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Los Bocatones, Marc y Carlos. Nuestro agente es un dispositivo que compite cada ronda por cómputo, energía y seguridad. La idea central: la energía que ganas hoy se descuenta de tu batería, y sin batería mañana no puntúas.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repositorio es un fork público del reto. TEAM_NAME los-bocatones, Dockerfile en agent-template. La imagen construida pasa las ocho pruebas oficiales de conformidad.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plantilla de partida ignora el coste de la batería y descansa unas 18 rondas de 60. Nuestro agente estima la competencia a partir de sus propias asignaciones, puntúa cada oferta contando lo que costará recargar y protege los dos mínimos. Descansa unas 6 rondas y sube de 13,39 a 17,23 puntos.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Fijamos la estrategia con 15 semillas y la medimos en 50 distintas: un 28,7 % más que la plantilla y por delante de los tres bots en las 50. En red real con errores 503 y 429, con nuestro nombre de equipo, quedó primera. Lo que no funcionó: ser más conservador con la batería empeora la nota; la primera prueba real quedó segunda por un fallo de integración que corregimos; y nuestra mejora sale en parte de los vecinos. No tenemos el agente de referencia ni las semillas finales, así que no prometemos nota.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3"/>
        </a:solidFill>
      </p:bgPr>
    </p:bg>
    <p:spTree>
      <p:nvGrpSpPr>
        <p:cNvPr id="1" name=""/>
        <p:cNvGrpSpPr/>
        <p:nvPr/>
      </p:nvGrpSpPr>
      <p:grpSpPr>
        <a:xfrm>
          <a:off x="0" y="0"/>
          <a:ext cx="0" cy="0"/>
          <a:chOff x="0" y="0"/>
          <a:chExt cx="0" cy="0"/>
        </a:xfrm>
      </p:grpSpPr>
      <p:sp>
        <p:nvSpPr>
          <p:cNvPr id="2" name="cell-1"/>
          <p:cNvSpPr/>
          <p:nvPr/>
        </p:nvSpPr>
        <p:spPr>
          <a:xfrm>
            <a:off x="0" y="0"/>
            <a:ext cx="9144000" cy="231115"/>
          </a:xfrm>
          <a:prstGeom prst="rect">
            <a:avLst/>
          </a:prstGeom>
          <a:solidFill>
            <a:srgbClr val="E4E8E2"/>
          </a:solidFill>
          <a:ln w="12700">
            <a:solidFill>
              <a:srgbClr val="E4E8E2"/>
            </a:solidFill>
            <a:prstDash val="solid"/>
          </a:ln>
        </p:spPr>
      </p:sp>
      <p:sp>
        <p:nvSpPr>
          <p:cNvPr id="3" name="cell-2"/>
          <p:cNvSpPr/>
          <p:nvPr/>
        </p:nvSpPr>
        <p:spPr>
          <a:xfrm>
            <a:off x="0" y="258547"/>
            <a:ext cx="9144000" cy="231115"/>
          </a:xfrm>
          <a:prstGeom prst="rect">
            <a:avLst/>
          </a:prstGeom>
          <a:solidFill>
            <a:srgbClr val="E4E8E2"/>
          </a:solidFill>
          <a:ln w="12700">
            <a:solidFill>
              <a:srgbClr val="E4E8E2"/>
            </a:solidFill>
            <a:prstDash val="solid"/>
          </a:ln>
        </p:spPr>
      </p:sp>
      <p:sp>
        <p:nvSpPr>
          <p:cNvPr id="4" name="cell-3"/>
          <p:cNvSpPr/>
          <p:nvPr/>
        </p:nvSpPr>
        <p:spPr>
          <a:xfrm>
            <a:off x="0" y="517093"/>
            <a:ext cx="9144000" cy="231115"/>
          </a:xfrm>
          <a:prstGeom prst="rect">
            <a:avLst/>
          </a:prstGeom>
          <a:solidFill>
            <a:srgbClr val="E4E8E2"/>
          </a:solidFill>
          <a:ln w="12700">
            <a:solidFill>
              <a:srgbClr val="E4E8E2"/>
            </a:solidFill>
            <a:prstDash val="solid"/>
          </a:ln>
        </p:spPr>
      </p:sp>
      <p:sp>
        <p:nvSpPr>
          <p:cNvPr id="5" name="cell-4"/>
          <p:cNvSpPr/>
          <p:nvPr/>
        </p:nvSpPr>
        <p:spPr>
          <a:xfrm>
            <a:off x="0" y="775640"/>
            <a:ext cx="9144000" cy="231115"/>
          </a:xfrm>
          <a:prstGeom prst="rect">
            <a:avLst/>
          </a:prstGeom>
          <a:solidFill>
            <a:srgbClr val="E4E8E2"/>
          </a:solidFill>
          <a:ln w="12700">
            <a:solidFill>
              <a:srgbClr val="E4E8E2"/>
            </a:solidFill>
            <a:prstDash val="solid"/>
          </a:ln>
        </p:spPr>
      </p:sp>
      <p:sp>
        <p:nvSpPr>
          <p:cNvPr id="6" name="cell-5"/>
          <p:cNvSpPr/>
          <p:nvPr/>
        </p:nvSpPr>
        <p:spPr>
          <a:xfrm>
            <a:off x="0" y="1034186"/>
            <a:ext cx="9144000" cy="231115"/>
          </a:xfrm>
          <a:prstGeom prst="rect">
            <a:avLst/>
          </a:prstGeom>
          <a:solidFill>
            <a:srgbClr val="E4E8E2"/>
          </a:solidFill>
          <a:ln w="12700">
            <a:solidFill>
              <a:srgbClr val="E4E8E2"/>
            </a:solidFill>
            <a:prstDash val="solid"/>
          </a:ln>
        </p:spPr>
      </p:sp>
      <p:sp>
        <p:nvSpPr>
          <p:cNvPr id="7" name="cell-6"/>
          <p:cNvSpPr/>
          <p:nvPr/>
        </p:nvSpPr>
        <p:spPr>
          <a:xfrm>
            <a:off x="0" y="1292733"/>
            <a:ext cx="9144000" cy="231115"/>
          </a:xfrm>
          <a:prstGeom prst="rect">
            <a:avLst/>
          </a:prstGeom>
          <a:solidFill>
            <a:srgbClr val="E4E8E2"/>
          </a:solidFill>
          <a:ln w="12700">
            <a:solidFill>
              <a:srgbClr val="E4E8E2"/>
            </a:solidFill>
            <a:prstDash val="solid"/>
          </a:ln>
        </p:spPr>
      </p:sp>
      <p:sp>
        <p:nvSpPr>
          <p:cNvPr id="8" name="cell-7"/>
          <p:cNvSpPr/>
          <p:nvPr/>
        </p:nvSpPr>
        <p:spPr>
          <a:xfrm>
            <a:off x="0" y="1551280"/>
            <a:ext cx="9144000" cy="231115"/>
          </a:xfrm>
          <a:prstGeom prst="rect">
            <a:avLst/>
          </a:prstGeom>
          <a:solidFill>
            <a:srgbClr val="E4E8E2"/>
          </a:solidFill>
          <a:ln w="12700">
            <a:solidFill>
              <a:srgbClr val="E4E8E2"/>
            </a:solidFill>
            <a:prstDash val="solid"/>
          </a:ln>
        </p:spPr>
      </p:sp>
      <p:sp>
        <p:nvSpPr>
          <p:cNvPr id="9" name="cell-8"/>
          <p:cNvSpPr/>
          <p:nvPr/>
        </p:nvSpPr>
        <p:spPr>
          <a:xfrm>
            <a:off x="0" y="1809826"/>
            <a:ext cx="9144000" cy="231115"/>
          </a:xfrm>
          <a:prstGeom prst="rect">
            <a:avLst/>
          </a:prstGeom>
          <a:solidFill>
            <a:srgbClr val="3DDC84"/>
          </a:solidFill>
          <a:ln w="12700">
            <a:solidFill>
              <a:srgbClr val="3DDC84"/>
            </a:solidFill>
            <a:prstDash val="solid"/>
          </a:ln>
        </p:spPr>
      </p:sp>
      <p:sp>
        <p:nvSpPr>
          <p:cNvPr id="10" name="cell-9"/>
          <p:cNvSpPr/>
          <p:nvPr/>
        </p:nvSpPr>
        <p:spPr>
          <a:xfrm>
            <a:off x="0" y="2068373"/>
            <a:ext cx="9144000" cy="231115"/>
          </a:xfrm>
          <a:prstGeom prst="rect">
            <a:avLst/>
          </a:prstGeom>
          <a:solidFill>
            <a:srgbClr val="3DDC84"/>
          </a:solidFill>
          <a:ln w="12700">
            <a:solidFill>
              <a:srgbClr val="3DDC84"/>
            </a:solidFill>
            <a:prstDash val="solid"/>
          </a:ln>
        </p:spPr>
      </p:sp>
      <p:sp>
        <p:nvSpPr>
          <p:cNvPr id="11" name="cell-10"/>
          <p:cNvSpPr/>
          <p:nvPr/>
        </p:nvSpPr>
        <p:spPr>
          <a:xfrm>
            <a:off x="0" y="2326919"/>
            <a:ext cx="9144000" cy="231115"/>
          </a:xfrm>
          <a:prstGeom prst="rect">
            <a:avLst/>
          </a:prstGeom>
          <a:solidFill>
            <a:srgbClr val="3DDC84"/>
          </a:solidFill>
          <a:ln w="12700">
            <a:solidFill>
              <a:srgbClr val="3DDC84"/>
            </a:solidFill>
            <a:prstDash val="solid"/>
          </a:ln>
        </p:spPr>
      </p:sp>
      <p:sp>
        <p:nvSpPr>
          <p:cNvPr id="12" name="cell-11"/>
          <p:cNvSpPr/>
          <p:nvPr/>
        </p:nvSpPr>
        <p:spPr>
          <a:xfrm>
            <a:off x="0" y="2585466"/>
            <a:ext cx="9144000" cy="231115"/>
          </a:xfrm>
          <a:prstGeom prst="rect">
            <a:avLst/>
          </a:prstGeom>
          <a:solidFill>
            <a:srgbClr val="3DDC84"/>
          </a:solidFill>
          <a:ln w="12700">
            <a:solidFill>
              <a:srgbClr val="3DDC84"/>
            </a:solidFill>
            <a:prstDash val="solid"/>
          </a:ln>
        </p:spPr>
      </p:sp>
      <p:sp>
        <p:nvSpPr>
          <p:cNvPr id="13" name="cell-12"/>
          <p:cNvSpPr/>
          <p:nvPr/>
        </p:nvSpPr>
        <p:spPr>
          <a:xfrm>
            <a:off x="0" y="2844013"/>
            <a:ext cx="9144000" cy="231115"/>
          </a:xfrm>
          <a:prstGeom prst="rect">
            <a:avLst/>
          </a:prstGeom>
          <a:solidFill>
            <a:srgbClr val="3DDC84"/>
          </a:solidFill>
          <a:ln w="12700">
            <a:solidFill>
              <a:srgbClr val="3DDC84"/>
            </a:solidFill>
            <a:prstDash val="solid"/>
          </a:ln>
        </p:spPr>
      </p:sp>
      <p:sp>
        <p:nvSpPr>
          <p:cNvPr id="14" name="cell-13"/>
          <p:cNvSpPr/>
          <p:nvPr/>
        </p:nvSpPr>
        <p:spPr>
          <a:xfrm>
            <a:off x="0" y="3102559"/>
            <a:ext cx="9144000" cy="231115"/>
          </a:xfrm>
          <a:prstGeom prst="rect">
            <a:avLst/>
          </a:prstGeom>
          <a:solidFill>
            <a:srgbClr val="3DDC84"/>
          </a:solidFill>
          <a:ln w="12700">
            <a:solidFill>
              <a:srgbClr val="3DDC84"/>
            </a:solidFill>
            <a:prstDash val="solid"/>
          </a:ln>
        </p:spPr>
      </p:sp>
      <p:sp>
        <p:nvSpPr>
          <p:cNvPr id="15" name="cell-14"/>
          <p:cNvSpPr/>
          <p:nvPr/>
        </p:nvSpPr>
        <p:spPr>
          <a:xfrm>
            <a:off x="0" y="3361106"/>
            <a:ext cx="9144000" cy="231115"/>
          </a:xfrm>
          <a:prstGeom prst="rect">
            <a:avLst/>
          </a:prstGeom>
          <a:solidFill>
            <a:srgbClr val="3DDC84"/>
          </a:solidFill>
          <a:ln w="12700">
            <a:solidFill>
              <a:srgbClr val="3DDC84"/>
            </a:solidFill>
            <a:prstDash val="solid"/>
          </a:ln>
        </p:spPr>
      </p:sp>
      <p:sp>
        <p:nvSpPr>
          <p:cNvPr id="16" name="cell-15"/>
          <p:cNvSpPr/>
          <p:nvPr/>
        </p:nvSpPr>
        <p:spPr>
          <a:xfrm>
            <a:off x="0" y="3619652"/>
            <a:ext cx="9144000" cy="231115"/>
          </a:xfrm>
          <a:prstGeom prst="rect">
            <a:avLst/>
          </a:prstGeom>
          <a:solidFill>
            <a:srgbClr val="3DDC84"/>
          </a:solidFill>
          <a:ln w="12700">
            <a:solidFill>
              <a:srgbClr val="3DDC84"/>
            </a:solidFill>
            <a:prstDash val="solid"/>
          </a:ln>
        </p:spPr>
      </p:sp>
      <p:sp>
        <p:nvSpPr>
          <p:cNvPr id="17" name="cell-16"/>
          <p:cNvSpPr/>
          <p:nvPr/>
        </p:nvSpPr>
        <p:spPr>
          <a:xfrm>
            <a:off x="0" y="3878199"/>
            <a:ext cx="9144000" cy="231115"/>
          </a:xfrm>
          <a:prstGeom prst="rect">
            <a:avLst/>
          </a:prstGeom>
          <a:solidFill>
            <a:srgbClr val="3DDC84"/>
          </a:solidFill>
          <a:ln w="12700">
            <a:solidFill>
              <a:srgbClr val="3DDC84"/>
            </a:solidFill>
            <a:prstDash val="solid"/>
          </a:ln>
        </p:spPr>
      </p:sp>
      <p:sp>
        <p:nvSpPr>
          <p:cNvPr id="18" name="cell-17"/>
          <p:cNvSpPr/>
          <p:nvPr/>
        </p:nvSpPr>
        <p:spPr>
          <a:xfrm>
            <a:off x="0" y="4136746"/>
            <a:ext cx="9144000" cy="231115"/>
          </a:xfrm>
          <a:prstGeom prst="rect">
            <a:avLst/>
          </a:prstGeom>
          <a:solidFill>
            <a:srgbClr val="3DDC84"/>
          </a:solidFill>
          <a:ln w="12700">
            <a:solidFill>
              <a:srgbClr val="3DDC84"/>
            </a:solidFill>
            <a:prstDash val="solid"/>
          </a:ln>
        </p:spPr>
      </p:sp>
      <p:sp>
        <p:nvSpPr>
          <p:cNvPr id="19" name="cell-18"/>
          <p:cNvSpPr/>
          <p:nvPr/>
        </p:nvSpPr>
        <p:spPr>
          <a:xfrm>
            <a:off x="0" y="4395292"/>
            <a:ext cx="9144000" cy="231115"/>
          </a:xfrm>
          <a:prstGeom prst="rect">
            <a:avLst/>
          </a:prstGeom>
          <a:solidFill>
            <a:srgbClr val="3DDC84"/>
          </a:solidFill>
          <a:ln w="12700">
            <a:solidFill>
              <a:srgbClr val="3DDC84"/>
            </a:solidFill>
            <a:prstDash val="solid"/>
          </a:ln>
        </p:spPr>
      </p:sp>
      <p:sp>
        <p:nvSpPr>
          <p:cNvPr id="20" name="cell-19"/>
          <p:cNvSpPr/>
          <p:nvPr/>
        </p:nvSpPr>
        <p:spPr>
          <a:xfrm>
            <a:off x="0" y="4653839"/>
            <a:ext cx="9144000" cy="231115"/>
          </a:xfrm>
          <a:prstGeom prst="rect">
            <a:avLst/>
          </a:prstGeom>
          <a:solidFill>
            <a:srgbClr val="3DDC84"/>
          </a:solidFill>
          <a:ln w="12700">
            <a:solidFill>
              <a:srgbClr val="3DDC84"/>
            </a:solidFill>
            <a:prstDash val="solid"/>
          </a:ln>
        </p:spPr>
      </p:sp>
      <p:sp>
        <p:nvSpPr>
          <p:cNvPr id="21" name="cell-20"/>
          <p:cNvSpPr/>
          <p:nvPr/>
        </p:nvSpPr>
        <p:spPr>
          <a:xfrm>
            <a:off x="0" y="4912385"/>
            <a:ext cx="9144000" cy="231115"/>
          </a:xfrm>
          <a:prstGeom prst="rect">
            <a:avLst/>
          </a:prstGeom>
          <a:solidFill>
            <a:srgbClr val="3DDC84"/>
          </a:solidFill>
          <a:ln w="12700">
            <a:solidFill>
              <a:srgbClr val="3DDC84"/>
            </a:solidFill>
            <a:prstDash val="solid"/>
          </a:ln>
        </p:spPr>
      </p:sp>
      <p:sp>
        <p:nvSpPr>
          <p:cNvPr id="22" name="bar"/>
          <p:cNvSpPr/>
          <p:nvPr/>
        </p:nvSpPr>
        <p:spPr>
          <a:xfrm>
            <a:off x="0" y="0"/>
            <a:ext cx="9144000" cy="457200"/>
          </a:xfrm>
          <a:prstGeom prst="rect">
            <a:avLst/>
          </a:prstGeom>
          <a:solidFill>
            <a:srgbClr val="101312"/>
          </a:solidFill>
          <a:ln w="12700">
            <a:solidFill>
              <a:srgbClr val="101312"/>
            </a:solidFill>
            <a:prstDash val="solid"/>
          </a:ln>
        </p:spPr>
      </p:sp>
      <p:sp>
        <p:nvSpPr>
          <p:cNvPr id="23" name="brand"/>
          <p:cNvSpPr txBox="1"/>
          <p:nvPr/>
        </p:nvSpPr>
        <p:spPr>
          <a:xfrm>
            <a:off x="457200" y="0"/>
            <a:ext cx="2011680" cy="457200"/>
          </a:xfrm>
          <a:prstGeom prst="rect">
            <a:avLst/>
          </a:prstGeom>
          <a:noFill/>
          <a:ln/>
        </p:spPr>
        <p:txBody>
          <a:bodyPr wrap="square" lIns="0" tIns="0" rIns="0" bIns="0" rtlCol="0" anchor="ctr"/>
          <a:lstStyle/>
          <a:p>
            <a:pPr indent="0" marL="0">
              <a:buNone/>
            </a:pPr>
            <a:r>
              <a:rPr lang="en-US" sz="1200" b="1" spc="250" kern="0" dirty="0">
                <a:solidFill>
                  <a:srgbClr val="F5F6F3"/>
                </a:solidFill>
                <a:latin typeface="Bahnschrift" pitchFamily="34" charset="0"/>
                <a:ea typeface="Bahnschrift" pitchFamily="34" charset="-122"/>
                <a:cs typeface="Bahnschrift" pitchFamily="34" charset="-120"/>
              </a:rPr>
              <a:t>SWARM / LAB</a:t>
            </a:r>
            <a:endParaRPr lang="en-US" sz="1200" dirty="0"/>
          </a:p>
        </p:txBody>
      </p:sp>
      <p:sp>
        <p:nvSpPr>
          <p:cNvPr id="24" name="tab-1"/>
          <p:cNvSpPr txBox="1"/>
          <p:nvPr/>
        </p:nvSpPr>
        <p:spPr>
          <a:xfrm>
            <a:off x="4160520" y="91440"/>
            <a:ext cx="109728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GitHub repo</a:t>
            </a:r>
            <a:endParaRPr lang="en-US" sz="1000" dirty="0"/>
          </a:p>
        </p:txBody>
      </p:sp>
      <p:sp>
        <p:nvSpPr>
          <p:cNvPr id="25" name="tab-2"/>
          <p:cNvSpPr txBox="1"/>
          <p:nvPr/>
        </p:nvSpPr>
        <p:spPr>
          <a:xfrm>
            <a:off x="5303520" y="91440"/>
            <a:ext cx="86868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Summary</a:t>
            </a:r>
            <a:endParaRPr lang="en-US" sz="1000" dirty="0"/>
          </a:p>
        </p:txBody>
      </p:sp>
      <p:sp>
        <p:nvSpPr>
          <p:cNvPr id="26" name="tab-3"/>
          <p:cNvSpPr txBox="1"/>
          <p:nvPr/>
        </p:nvSpPr>
        <p:spPr>
          <a:xfrm>
            <a:off x="6217920" y="91440"/>
            <a:ext cx="96012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Highlights</a:t>
            </a:r>
            <a:endParaRPr lang="en-US" sz="1000" dirty="0"/>
          </a:p>
        </p:txBody>
      </p:sp>
      <p:sp>
        <p:nvSpPr>
          <p:cNvPr id="27" name="status-dot"/>
          <p:cNvSpPr/>
          <p:nvPr/>
        </p:nvSpPr>
        <p:spPr>
          <a:xfrm>
            <a:off x="7333488" y="182880"/>
            <a:ext cx="91440" cy="91440"/>
          </a:xfrm>
          <a:prstGeom prst="ellipse">
            <a:avLst/>
          </a:prstGeom>
          <a:solidFill>
            <a:srgbClr val="3DDC84"/>
          </a:solidFill>
          <a:ln w="12700">
            <a:solidFill>
              <a:srgbClr val="3DDC84"/>
            </a:solidFill>
            <a:prstDash val="solid"/>
          </a:ln>
        </p:spPr>
      </p:sp>
      <p:sp>
        <p:nvSpPr>
          <p:cNvPr id="28" name="team"/>
          <p:cNvSpPr txBox="1"/>
          <p:nvPr/>
        </p:nvSpPr>
        <p:spPr>
          <a:xfrm>
            <a:off x="7498080" y="0"/>
            <a:ext cx="1188720" cy="457200"/>
          </a:xfrm>
          <a:prstGeom prst="rect">
            <a:avLst/>
          </a:prstGeom>
          <a:noFill/>
          <a:ln/>
        </p:spPr>
        <p:txBody>
          <a:bodyPr wrap="square" lIns="0" tIns="0" rIns="0" bIns="0" rtlCol="0" anchor="ctr"/>
          <a:lstStyle/>
          <a:p>
            <a:pPr indent="0" marL="0">
              <a:buNone/>
            </a:pPr>
            <a:r>
              <a:rPr lang="en-US" sz="1000" dirty="0">
                <a:solidFill>
                  <a:srgbClr val="F5F6F3"/>
                </a:solidFill>
                <a:latin typeface="Bahnschrift" pitchFamily="34" charset="0"/>
                <a:ea typeface="Bahnschrift" pitchFamily="34" charset="-122"/>
                <a:cs typeface="Bahnschrift" pitchFamily="34" charset="-120"/>
              </a:rPr>
              <a:t>los-bocatones</a:t>
            </a:r>
            <a:endParaRPr lang="en-US" sz="1000" dirty="0"/>
          </a:p>
        </p:txBody>
      </p:sp>
      <p:sp>
        <p:nvSpPr>
          <p:cNvPr id="29" name="context"/>
          <p:cNvSpPr txBox="1"/>
          <p:nvPr/>
        </p:nvSpPr>
        <p:spPr>
          <a:xfrm>
            <a:off x="457200" y="731520"/>
            <a:ext cx="8229600" cy="274320"/>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Challenge 4 · CoGNETs · Smart Edge Resource Auctions</a:t>
            </a:r>
            <a:endParaRPr lang="en-US" sz="1400" dirty="0"/>
          </a:p>
        </p:txBody>
      </p:sp>
      <p:sp>
        <p:nvSpPr>
          <p:cNvPr id="30" name="project-name"/>
          <p:cNvSpPr txBox="1"/>
          <p:nvPr/>
        </p:nvSpPr>
        <p:spPr>
          <a:xfrm>
            <a:off x="457200" y="1024128"/>
            <a:ext cx="8229600" cy="548640"/>
          </a:xfrm>
          <a:prstGeom prst="rect">
            <a:avLst/>
          </a:prstGeom>
          <a:noFill/>
          <a:ln/>
        </p:spPr>
        <p:txBody>
          <a:bodyPr wrap="square" lIns="0" tIns="0" rIns="0" bIns="0" rtlCol="0" anchor="ctr"/>
          <a:lstStyle/>
          <a:p>
            <a:pPr indent="0" marL="0">
              <a:buNone/>
            </a:pPr>
            <a:r>
              <a:rPr lang="en-US" sz="3200" b="1" dirty="0">
                <a:solidFill>
                  <a:srgbClr val="101312"/>
                </a:solidFill>
                <a:latin typeface="Bahnschrift Condensed" pitchFamily="34" charset="0"/>
                <a:ea typeface="Bahnschrift Condensed" pitchFamily="34" charset="-122"/>
                <a:cs typeface="Bahnschrift Condensed" pitchFamily="34" charset="-120"/>
              </a:rPr>
              <a:t>Swarm Lab</a:t>
            </a:r>
            <a:endParaRPr lang="en-US" sz="3200" dirty="0"/>
          </a:p>
        </p:txBody>
      </p:sp>
      <p:sp>
        <p:nvSpPr>
          <p:cNvPr id="31" name="tagline"/>
          <p:cNvSpPr txBox="1"/>
          <p:nvPr/>
        </p:nvSpPr>
        <p:spPr>
          <a:xfrm>
            <a:off x="457200" y="1920240"/>
            <a:ext cx="8229600" cy="1828800"/>
          </a:xfrm>
          <a:prstGeom prst="rect">
            <a:avLst/>
          </a:prstGeom>
          <a:noFill/>
          <a:ln/>
        </p:spPr>
        <p:txBody>
          <a:bodyPr wrap="square" lIns="0" tIns="0" rIns="0" bIns="0" rtlCol="0" anchor="ctr"/>
          <a:lstStyle/>
          <a:p>
            <a:pPr indent="0" marL="0">
              <a:lnSpc>
                <a:spcPct val="86000"/>
              </a:lnSpc>
              <a:buNone/>
            </a:pPr>
            <a:r>
              <a:rPr lang="en-US" sz="6600" b="1" dirty="0">
                <a:solidFill>
                  <a:srgbClr val="101312"/>
                </a:solidFill>
                <a:latin typeface="Bahnschrift Condensed" pitchFamily="34" charset="0"/>
                <a:ea typeface="Bahnschrift Condensed" pitchFamily="34" charset="-122"/>
                <a:cs typeface="Bahnschrift Condensed" pitchFamily="34" charset="-120"/>
              </a:rPr>
              <a:t>Compete today.</a:t>
            </a:r>
            <a:endParaRPr lang="en-US" sz="6600" dirty="0"/>
          </a:p>
          <a:p>
            <a:pPr indent="0" marL="0">
              <a:lnSpc>
                <a:spcPct val="86000"/>
              </a:lnSpc>
              <a:buNone/>
            </a:pPr>
            <a:r>
              <a:rPr lang="en-US" sz="6600" b="1" dirty="0">
                <a:solidFill>
                  <a:srgbClr val="101312"/>
                </a:solidFill>
                <a:latin typeface="Bahnschrift Condensed" pitchFamily="34" charset="0"/>
                <a:ea typeface="Bahnschrift Condensed" pitchFamily="34" charset="-122"/>
                <a:cs typeface="Bahnschrift Condensed" pitchFamily="34" charset="-120"/>
              </a:rPr>
              <a:t>Stay alive tomorrow.</a:t>
            </a:r>
            <a:endParaRPr lang="en-US" sz="6600" dirty="0"/>
          </a:p>
        </p:txBody>
      </p:sp>
      <p:sp>
        <p:nvSpPr>
          <p:cNvPr id="32" name="what-plate"/>
          <p:cNvSpPr/>
          <p:nvPr/>
        </p:nvSpPr>
        <p:spPr>
          <a:xfrm>
            <a:off x="457200" y="4041648"/>
            <a:ext cx="2926080" cy="384048"/>
          </a:xfrm>
          <a:prstGeom prst="rect">
            <a:avLst/>
          </a:prstGeom>
          <a:solidFill>
            <a:srgbClr val="101312"/>
          </a:solidFill>
          <a:ln w="12700">
            <a:solidFill>
              <a:srgbClr val="101312"/>
            </a:solidFill>
            <a:prstDash val="solid"/>
          </a:ln>
        </p:spPr>
      </p:sp>
      <p:sp>
        <p:nvSpPr>
          <p:cNvPr id="33" name="what"/>
          <p:cNvSpPr txBox="1"/>
          <p:nvPr/>
        </p:nvSpPr>
        <p:spPr>
          <a:xfrm>
            <a:off x="594360" y="4041648"/>
            <a:ext cx="2697480" cy="384048"/>
          </a:xfrm>
          <a:prstGeom prst="rect">
            <a:avLst/>
          </a:prstGeom>
          <a:noFill/>
          <a:ln/>
        </p:spPr>
        <p:txBody>
          <a:bodyPr wrap="square" lIns="0" tIns="0" rIns="0" bIns="0" rtlCol="0" anchor="ctr"/>
          <a:lstStyle/>
          <a:p>
            <a:pPr indent="0" marL="0">
              <a:buNone/>
            </a:pPr>
            <a:r>
              <a:rPr lang="en-US" sz="1600" b="1" dirty="0">
                <a:solidFill>
                  <a:srgbClr val="F5F6F3"/>
                </a:solidFill>
                <a:latin typeface="Bahnschrift" pitchFamily="34" charset="0"/>
                <a:ea typeface="Bahnschrift" pitchFamily="34" charset="-122"/>
                <a:cs typeface="Bahnschrift" pitchFamily="34" charset="-120"/>
              </a:rPr>
              <a:t>A battery-aware edge agent</a:t>
            </a:r>
            <a:endParaRPr lang="en-US" sz="1600" dirty="0"/>
          </a:p>
        </p:txBody>
      </p:sp>
      <p:sp>
        <p:nvSpPr>
          <p:cNvPr id="34" name="who"/>
          <p:cNvSpPr txBox="1"/>
          <p:nvPr/>
        </p:nvSpPr>
        <p:spPr>
          <a:xfrm>
            <a:off x="3566160" y="4041648"/>
            <a:ext cx="5120640" cy="384048"/>
          </a:xfrm>
          <a:prstGeom prst="rect">
            <a:avLst/>
          </a:prstGeom>
          <a:noFill/>
          <a:ln/>
        </p:spPr>
        <p:txBody>
          <a:bodyPr wrap="square" lIns="0" tIns="0" rIns="0" bIns="0" rtlCol="0" anchor="ctr"/>
          <a:lstStyle/>
          <a:p>
            <a:pPr indent="0" marL="0">
              <a:buNone/>
            </a:pPr>
            <a:r>
              <a:rPr lang="en-US" sz="1600" b="1" dirty="0">
                <a:solidFill>
                  <a:srgbClr val="101312"/>
                </a:solidFill>
                <a:latin typeface="Bahnschrift" pitchFamily="34" charset="0"/>
                <a:ea typeface="Bahnschrift" pitchFamily="34" charset="-122"/>
                <a:cs typeface="Bahnschrift" pitchFamily="34" charset="-120"/>
              </a:rPr>
              <a:t>Los Bocatones · Marc and Carlos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3"/>
        </a:solidFill>
      </p:bgPr>
    </p:bg>
    <p:spTree>
      <p:nvGrpSpPr>
        <p:cNvPr id="1" name=""/>
        <p:cNvGrpSpPr/>
        <p:nvPr/>
      </p:nvGrpSpPr>
      <p:grpSpPr>
        <a:xfrm>
          <a:off x="0" y="0"/>
          <a:ext cx="0" cy="0"/>
          <a:chOff x="0" y="0"/>
          <a:chExt cx="0" cy="0"/>
        </a:xfrm>
      </p:grpSpPr>
      <p:sp>
        <p:nvSpPr>
          <p:cNvPr id="2" name="cell-1"/>
          <p:cNvSpPr/>
          <p:nvPr/>
        </p:nvSpPr>
        <p:spPr>
          <a:xfrm>
            <a:off x="0" y="0"/>
            <a:ext cx="9144000" cy="231115"/>
          </a:xfrm>
          <a:prstGeom prst="rect">
            <a:avLst/>
          </a:prstGeom>
          <a:solidFill>
            <a:srgbClr val="E4E8E2"/>
          </a:solidFill>
          <a:ln w="12700">
            <a:solidFill>
              <a:srgbClr val="E4E8E2"/>
            </a:solidFill>
            <a:prstDash val="solid"/>
          </a:ln>
        </p:spPr>
      </p:sp>
      <p:sp>
        <p:nvSpPr>
          <p:cNvPr id="3" name="cell-2"/>
          <p:cNvSpPr/>
          <p:nvPr/>
        </p:nvSpPr>
        <p:spPr>
          <a:xfrm>
            <a:off x="0" y="258547"/>
            <a:ext cx="9144000" cy="231115"/>
          </a:xfrm>
          <a:prstGeom prst="rect">
            <a:avLst/>
          </a:prstGeom>
          <a:solidFill>
            <a:srgbClr val="E4E8E2"/>
          </a:solidFill>
          <a:ln w="12700">
            <a:solidFill>
              <a:srgbClr val="E4E8E2"/>
            </a:solidFill>
            <a:prstDash val="solid"/>
          </a:ln>
        </p:spPr>
      </p:sp>
      <p:sp>
        <p:nvSpPr>
          <p:cNvPr id="4" name="cell-3"/>
          <p:cNvSpPr/>
          <p:nvPr/>
        </p:nvSpPr>
        <p:spPr>
          <a:xfrm>
            <a:off x="0" y="517093"/>
            <a:ext cx="9144000" cy="231115"/>
          </a:xfrm>
          <a:prstGeom prst="rect">
            <a:avLst/>
          </a:prstGeom>
          <a:solidFill>
            <a:srgbClr val="E4E8E2"/>
          </a:solidFill>
          <a:ln w="12700">
            <a:solidFill>
              <a:srgbClr val="E4E8E2"/>
            </a:solidFill>
            <a:prstDash val="solid"/>
          </a:ln>
        </p:spPr>
      </p:sp>
      <p:sp>
        <p:nvSpPr>
          <p:cNvPr id="5" name="cell-4"/>
          <p:cNvSpPr/>
          <p:nvPr/>
        </p:nvSpPr>
        <p:spPr>
          <a:xfrm>
            <a:off x="0" y="775640"/>
            <a:ext cx="9144000" cy="231115"/>
          </a:xfrm>
          <a:prstGeom prst="rect">
            <a:avLst/>
          </a:prstGeom>
          <a:solidFill>
            <a:srgbClr val="E4E8E2"/>
          </a:solidFill>
          <a:ln w="12700">
            <a:solidFill>
              <a:srgbClr val="E4E8E2"/>
            </a:solidFill>
            <a:prstDash val="solid"/>
          </a:ln>
        </p:spPr>
      </p:sp>
      <p:sp>
        <p:nvSpPr>
          <p:cNvPr id="6" name="cell-5"/>
          <p:cNvSpPr/>
          <p:nvPr/>
        </p:nvSpPr>
        <p:spPr>
          <a:xfrm>
            <a:off x="0" y="1034186"/>
            <a:ext cx="9144000" cy="231115"/>
          </a:xfrm>
          <a:prstGeom prst="rect">
            <a:avLst/>
          </a:prstGeom>
          <a:solidFill>
            <a:srgbClr val="E4E8E2"/>
          </a:solidFill>
          <a:ln w="12700">
            <a:solidFill>
              <a:srgbClr val="E4E8E2"/>
            </a:solidFill>
            <a:prstDash val="solid"/>
          </a:ln>
        </p:spPr>
      </p:sp>
      <p:sp>
        <p:nvSpPr>
          <p:cNvPr id="7" name="cell-6"/>
          <p:cNvSpPr/>
          <p:nvPr/>
        </p:nvSpPr>
        <p:spPr>
          <a:xfrm>
            <a:off x="0" y="1292733"/>
            <a:ext cx="9144000" cy="231115"/>
          </a:xfrm>
          <a:prstGeom prst="rect">
            <a:avLst/>
          </a:prstGeom>
          <a:solidFill>
            <a:srgbClr val="E4E8E2"/>
          </a:solidFill>
          <a:ln w="12700">
            <a:solidFill>
              <a:srgbClr val="E4E8E2"/>
            </a:solidFill>
            <a:prstDash val="solid"/>
          </a:ln>
        </p:spPr>
      </p:sp>
      <p:sp>
        <p:nvSpPr>
          <p:cNvPr id="8" name="cell-7"/>
          <p:cNvSpPr/>
          <p:nvPr/>
        </p:nvSpPr>
        <p:spPr>
          <a:xfrm>
            <a:off x="0" y="1551280"/>
            <a:ext cx="9144000" cy="231115"/>
          </a:xfrm>
          <a:prstGeom prst="rect">
            <a:avLst/>
          </a:prstGeom>
          <a:solidFill>
            <a:srgbClr val="E4E8E2"/>
          </a:solidFill>
          <a:ln w="12700">
            <a:solidFill>
              <a:srgbClr val="E4E8E2"/>
            </a:solidFill>
            <a:prstDash val="solid"/>
          </a:ln>
        </p:spPr>
      </p:sp>
      <p:sp>
        <p:nvSpPr>
          <p:cNvPr id="9" name="cell-8"/>
          <p:cNvSpPr/>
          <p:nvPr/>
        </p:nvSpPr>
        <p:spPr>
          <a:xfrm>
            <a:off x="0" y="1809826"/>
            <a:ext cx="9144000" cy="231115"/>
          </a:xfrm>
          <a:prstGeom prst="rect">
            <a:avLst/>
          </a:prstGeom>
          <a:solidFill>
            <a:srgbClr val="E4E8E2"/>
          </a:solidFill>
          <a:ln w="12700">
            <a:solidFill>
              <a:srgbClr val="E4E8E2"/>
            </a:solidFill>
            <a:prstDash val="solid"/>
          </a:ln>
        </p:spPr>
      </p:sp>
      <p:sp>
        <p:nvSpPr>
          <p:cNvPr id="10" name="cell-9"/>
          <p:cNvSpPr/>
          <p:nvPr/>
        </p:nvSpPr>
        <p:spPr>
          <a:xfrm>
            <a:off x="0" y="2068373"/>
            <a:ext cx="9144000" cy="231115"/>
          </a:xfrm>
          <a:prstGeom prst="rect">
            <a:avLst/>
          </a:prstGeom>
          <a:solidFill>
            <a:srgbClr val="E4E8E2"/>
          </a:solidFill>
          <a:ln w="12700">
            <a:solidFill>
              <a:srgbClr val="E4E8E2"/>
            </a:solidFill>
            <a:prstDash val="solid"/>
          </a:ln>
        </p:spPr>
      </p:sp>
      <p:sp>
        <p:nvSpPr>
          <p:cNvPr id="11" name="cell-10"/>
          <p:cNvSpPr/>
          <p:nvPr/>
        </p:nvSpPr>
        <p:spPr>
          <a:xfrm>
            <a:off x="0" y="2326919"/>
            <a:ext cx="9144000" cy="231115"/>
          </a:xfrm>
          <a:prstGeom prst="rect">
            <a:avLst/>
          </a:prstGeom>
          <a:solidFill>
            <a:srgbClr val="E4E8E2"/>
          </a:solidFill>
          <a:ln w="12700">
            <a:solidFill>
              <a:srgbClr val="E4E8E2"/>
            </a:solidFill>
            <a:prstDash val="solid"/>
          </a:ln>
        </p:spPr>
      </p:sp>
      <p:sp>
        <p:nvSpPr>
          <p:cNvPr id="12" name="cell-11"/>
          <p:cNvSpPr/>
          <p:nvPr/>
        </p:nvSpPr>
        <p:spPr>
          <a:xfrm>
            <a:off x="0" y="2585466"/>
            <a:ext cx="9144000" cy="231115"/>
          </a:xfrm>
          <a:prstGeom prst="rect">
            <a:avLst/>
          </a:prstGeom>
          <a:solidFill>
            <a:srgbClr val="E4E8E2"/>
          </a:solidFill>
          <a:ln w="12700">
            <a:solidFill>
              <a:srgbClr val="E4E8E2"/>
            </a:solidFill>
            <a:prstDash val="solid"/>
          </a:ln>
        </p:spPr>
      </p:sp>
      <p:sp>
        <p:nvSpPr>
          <p:cNvPr id="13" name="cell-12"/>
          <p:cNvSpPr/>
          <p:nvPr/>
        </p:nvSpPr>
        <p:spPr>
          <a:xfrm>
            <a:off x="0" y="2844013"/>
            <a:ext cx="9144000" cy="231115"/>
          </a:xfrm>
          <a:prstGeom prst="rect">
            <a:avLst/>
          </a:prstGeom>
          <a:solidFill>
            <a:srgbClr val="E4E8E2"/>
          </a:solidFill>
          <a:ln w="12700">
            <a:solidFill>
              <a:srgbClr val="E4E8E2"/>
            </a:solidFill>
            <a:prstDash val="solid"/>
          </a:ln>
        </p:spPr>
      </p:sp>
      <p:sp>
        <p:nvSpPr>
          <p:cNvPr id="14" name="cell-13"/>
          <p:cNvSpPr/>
          <p:nvPr/>
        </p:nvSpPr>
        <p:spPr>
          <a:xfrm>
            <a:off x="0" y="3102559"/>
            <a:ext cx="9144000" cy="231115"/>
          </a:xfrm>
          <a:prstGeom prst="rect">
            <a:avLst/>
          </a:prstGeom>
          <a:solidFill>
            <a:srgbClr val="E4E8E2"/>
          </a:solidFill>
          <a:ln w="12700">
            <a:solidFill>
              <a:srgbClr val="E4E8E2"/>
            </a:solidFill>
            <a:prstDash val="solid"/>
          </a:ln>
        </p:spPr>
      </p:sp>
      <p:sp>
        <p:nvSpPr>
          <p:cNvPr id="15" name="cell-14"/>
          <p:cNvSpPr/>
          <p:nvPr/>
        </p:nvSpPr>
        <p:spPr>
          <a:xfrm>
            <a:off x="0" y="3361106"/>
            <a:ext cx="9144000" cy="231115"/>
          </a:xfrm>
          <a:prstGeom prst="rect">
            <a:avLst/>
          </a:prstGeom>
          <a:solidFill>
            <a:srgbClr val="E4E8E2"/>
          </a:solidFill>
          <a:ln w="12700">
            <a:solidFill>
              <a:srgbClr val="E4E8E2"/>
            </a:solidFill>
            <a:prstDash val="solid"/>
          </a:ln>
        </p:spPr>
      </p:sp>
      <p:sp>
        <p:nvSpPr>
          <p:cNvPr id="16" name="cell-15"/>
          <p:cNvSpPr/>
          <p:nvPr/>
        </p:nvSpPr>
        <p:spPr>
          <a:xfrm>
            <a:off x="0" y="3619652"/>
            <a:ext cx="9144000" cy="231115"/>
          </a:xfrm>
          <a:prstGeom prst="rect">
            <a:avLst/>
          </a:prstGeom>
          <a:solidFill>
            <a:srgbClr val="E4E8E2"/>
          </a:solidFill>
          <a:ln w="12700">
            <a:solidFill>
              <a:srgbClr val="E4E8E2"/>
            </a:solidFill>
            <a:prstDash val="solid"/>
          </a:ln>
        </p:spPr>
      </p:sp>
      <p:sp>
        <p:nvSpPr>
          <p:cNvPr id="17" name="cell-16"/>
          <p:cNvSpPr/>
          <p:nvPr/>
        </p:nvSpPr>
        <p:spPr>
          <a:xfrm>
            <a:off x="0" y="3878199"/>
            <a:ext cx="9144000" cy="231115"/>
          </a:xfrm>
          <a:prstGeom prst="rect">
            <a:avLst/>
          </a:prstGeom>
          <a:solidFill>
            <a:srgbClr val="E4E8E2"/>
          </a:solidFill>
          <a:ln w="12700">
            <a:solidFill>
              <a:srgbClr val="E4E8E2"/>
            </a:solidFill>
            <a:prstDash val="solid"/>
          </a:ln>
        </p:spPr>
      </p:sp>
      <p:sp>
        <p:nvSpPr>
          <p:cNvPr id="18" name="cell-17"/>
          <p:cNvSpPr/>
          <p:nvPr/>
        </p:nvSpPr>
        <p:spPr>
          <a:xfrm>
            <a:off x="0" y="4136746"/>
            <a:ext cx="9144000" cy="231115"/>
          </a:xfrm>
          <a:prstGeom prst="rect">
            <a:avLst/>
          </a:prstGeom>
          <a:solidFill>
            <a:srgbClr val="E4E8E2"/>
          </a:solidFill>
          <a:ln w="12700">
            <a:solidFill>
              <a:srgbClr val="E4E8E2"/>
            </a:solidFill>
            <a:prstDash val="solid"/>
          </a:ln>
        </p:spPr>
      </p:sp>
      <p:sp>
        <p:nvSpPr>
          <p:cNvPr id="19" name="cell-18"/>
          <p:cNvSpPr/>
          <p:nvPr/>
        </p:nvSpPr>
        <p:spPr>
          <a:xfrm>
            <a:off x="0" y="4395292"/>
            <a:ext cx="9144000" cy="231115"/>
          </a:xfrm>
          <a:prstGeom prst="rect">
            <a:avLst/>
          </a:prstGeom>
          <a:solidFill>
            <a:srgbClr val="E4E8E2"/>
          </a:solidFill>
          <a:ln w="12700">
            <a:solidFill>
              <a:srgbClr val="E4E8E2"/>
            </a:solidFill>
            <a:prstDash val="solid"/>
          </a:ln>
        </p:spPr>
      </p:sp>
      <p:sp>
        <p:nvSpPr>
          <p:cNvPr id="20" name="cell-19"/>
          <p:cNvSpPr/>
          <p:nvPr/>
        </p:nvSpPr>
        <p:spPr>
          <a:xfrm>
            <a:off x="0" y="4653839"/>
            <a:ext cx="9144000" cy="231115"/>
          </a:xfrm>
          <a:prstGeom prst="rect">
            <a:avLst/>
          </a:prstGeom>
          <a:solidFill>
            <a:srgbClr val="E4E8E2"/>
          </a:solidFill>
          <a:ln w="12700">
            <a:solidFill>
              <a:srgbClr val="E4E8E2"/>
            </a:solidFill>
            <a:prstDash val="solid"/>
          </a:ln>
        </p:spPr>
      </p:sp>
      <p:sp>
        <p:nvSpPr>
          <p:cNvPr id="21" name="cell-20"/>
          <p:cNvSpPr/>
          <p:nvPr/>
        </p:nvSpPr>
        <p:spPr>
          <a:xfrm>
            <a:off x="0" y="4912385"/>
            <a:ext cx="9144000" cy="231115"/>
          </a:xfrm>
          <a:prstGeom prst="rect">
            <a:avLst/>
          </a:prstGeom>
          <a:solidFill>
            <a:srgbClr val="E4E8E2"/>
          </a:solidFill>
          <a:ln w="12700">
            <a:solidFill>
              <a:srgbClr val="E4E8E2"/>
            </a:solidFill>
            <a:prstDash val="solid"/>
          </a:ln>
        </p:spPr>
      </p:sp>
      <p:sp>
        <p:nvSpPr>
          <p:cNvPr id="22" name="bar"/>
          <p:cNvSpPr/>
          <p:nvPr/>
        </p:nvSpPr>
        <p:spPr>
          <a:xfrm>
            <a:off x="0" y="0"/>
            <a:ext cx="9144000" cy="457200"/>
          </a:xfrm>
          <a:prstGeom prst="rect">
            <a:avLst/>
          </a:prstGeom>
          <a:solidFill>
            <a:srgbClr val="101312"/>
          </a:solidFill>
          <a:ln w="12700">
            <a:solidFill>
              <a:srgbClr val="101312"/>
            </a:solidFill>
            <a:prstDash val="solid"/>
          </a:ln>
        </p:spPr>
      </p:sp>
      <p:sp>
        <p:nvSpPr>
          <p:cNvPr id="23" name="brand"/>
          <p:cNvSpPr txBox="1"/>
          <p:nvPr/>
        </p:nvSpPr>
        <p:spPr>
          <a:xfrm>
            <a:off x="457200" y="0"/>
            <a:ext cx="2011680" cy="457200"/>
          </a:xfrm>
          <a:prstGeom prst="rect">
            <a:avLst/>
          </a:prstGeom>
          <a:noFill/>
          <a:ln/>
        </p:spPr>
        <p:txBody>
          <a:bodyPr wrap="square" lIns="0" tIns="0" rIns="0" bIns="0" rtlCol="0" anchor="ctr"/>
          <a:lstStyle/>
          <a:p>
            <a:pPr indent="0" marL="0">
              <a:buNone/>
            </a:pPr>
            <a:r>
              <a:rPr lang="en-US" sz="1200" b="1" spc="250" kern="0" dirty="0">
                <a:solidFill>
                  <a:srgbClr val="F5F6F3"/>
                </a:solidFill>
                <a:latin typeface="Bahnschrift" pitchFamily="34" charset="0"/>
                <a:ea typeface="Bahnschrift" pitchFamily="34" charset="-122"/>
                <a:cs typeface="Bahnschrift" pitchFamily="34" charset="-120"/>
              </a:rPr>
              <a:t>SWARM / LAB</a:t>
            </a:r>
            <a:endParaRPr lang="en-US" sz="1200" dirty="0"/>
          </a:p>
        </p:txBody>
      </p:sp>
      <p:sp>
        <p:nvSpPr>
          <p:cNvPr id="24" name="tab-1"/>
          <p:cNvSpPr txBox="1"/>
          <p:nvPr/>
        </p:nvSpPr>
        <p:spPr>
          <a:xfrm>
            <a:off x="4160520" y="91440"/>
            <a:ext cx="1097280" cy="274320"/>
          </a:xfrm>
          <a:prstGeom prst="rect">
            <a:avLst/>
          </a:prstGeom>
          <a:solidFill>
            <a:srgbClr val="F5F6F3"/>
          </a:solidFill>
          <a:ln/>
        </p:spPr>
        <p:txBody>
          <a:bodyPr wrap="square" lIns="0" tIns="0" rIns="0" bIns="0" rtlCol="0" anchor="ctr"/>
          <a:lstStyle/>
          <a:p>
            <a:pPr algn="ctr" indent="0" marL="0">
              <a:buNone/>
            </a:pPr>
            <a:r>
              <a:rPr lang="en-US" sz="1000" b="1" dirty="0">
                <a:solidFill>
                  <a:srgbClr val="101312"/>
                </a:solidFill>
                <a:latin typeface="Bahnschrift" pitchFamily="34" charset="0"/>
                <a:ea typeface="Bahnschrift" pitchFamily="34" charset="-122"/>
                <a:cs typeface="Bahnschrift" pitchFamily="34" charset="-120"/>
              </a:rPr>
              <a:t>GitHub repo</a:t>
            </a:r>
            <a:endParaRPr lang="en-US" sz="1000" dirty="0"/>
          </a:p>
        </p:txBody>
      </p:sp>
      <p:sp>
        <p:nvSpPr>
          <p:cNvPr id="25" name="tab-2"/>
          <p:cNvSpPr txBox="1"/>
          <p:nvPr/>
        </p:nvSpPr>
        <p:spPr>
          <a:xfrm>
            <a:off x="5303520" y="91440"/>
            <a:ext cx="86868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Summary</a:t>
            </a:r>
            <a:endParaRPr lang="en-US" sz="1000" dirty="0"/>
          </a:p>
        </p:txBody>
      </p:sp>
      <p:sp>
        <p:nvSpPr>
          <p:cNvPr id="26" name="tab-3"/>
          <p:cNvSpPr txBox="1"/>
          <p:nvPr/>
        </p:nvSpPr>
        <p:spPr>
          <a:xfrm>
            <a:off x="6217920" y="91440"/>
            <a:ext cx="96012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Highlights</a:t>
            </a:r>
            <a:endParaRPr lang="en-US" sz="1000" dirty="0"/>
          </a:p>
        </p:txBody>
      </p:sp>
      <p:sp>
        <p:nvSpPr>
          <p:cNvPr id="27" name="status-dot"/>
          <p:cNvSpPr/>
          <p:nvPr/>
        </p:nvSpPr>
        <p:spPr>
          <a:xfrm>
            <a:off x="7333488" y="182880"/>
            <a:ext cx="91440" cy="91440"/>
          </a:xfrm>
          <a:prstGeom prst="ellipse">
            <a:avLst/>
          </a:prstGeom>
          <a:solidFill>
            <a:srgbClr val="3DDC84"/>
          </a:solidFill>
          <a:ln w="12700">
            <a:solidFill>
              <a:srgbClr val="3DDC84"/>
            </a:solidFill>
            <a:prstDash val="solid"/>
          </a:ln>
        </p:spPr>
      </p:sp>
      <p:sp>
        <p:nvSpPr>
          <p:cNvPr id="28" name="team"/>
          <p:cNvSpPr txBox="1"/>
          <p:nvPr/>
        </p:nvSpPr>
        <p:spPr>
          <a:xfrm>
            <a:off x="7498080" y="0"/>
            <a:ext cx="1188720" cy="457200"/>
          </a:xfrm>
          <a:prstGeom prst="rect">
            <a:avLst/>
          </a:prstGeom>
          <a:noFill/>
          <a:ln/>
        </p:spPr>
        <p:txBody>
          <a:bodyPr wrap="square" lIns="0" tIns="0" rIns="0" bIns="0" rtlCol="0" anchor="ctr"/>
          <a:lstStyle/>
          <a:p>
            <a:pPr indent="0" marL="0">
              <a:buNone/>
            </a:pPr>
            <a:r>
              <a:rPr lang="en-US" sz="1000" dirty="0">
                <a:solidFill>
                  <a:srgbClr val="F5F6F3"/>
                </a:solidFill>
                <a:latin typeface="Bahnschrift" pitchFamily="34" charset="0"/>
                <a:ea typeface="Bahnschrift" pitchFamily="34" charset="-122"/>
                <a:cs typeface="Bahnschrift" pitchFamily="34" charset="-120"/>
              </a:rPr>
              <a:t>los-bocatones</a:t>
            </a:r>
            <a:endParaRPr lang="en-US" sz="1000" dirty="0"/>
          </a:p>
        </p:txBody>
      </p:sp>
      <p:sp>
        <p:nvSpPr>
          <p:cNvPr id="29" name="title"/>
          <p:cNvSpPr txBox="1"/>
          <p:nvPr/>
        </p:nvSpPr>
        <p:spPr>
          <a:xfrm>
            <a:off x="457200" y="658368"/>
            <a:ext cx="8229600" cy="640080"/>
          </a:xfrm>
          <a:prstGeom prst="rect">
            <a:avLst/>
          </a:prstGeom>
          <a:noFill/>
          <a:ln/>
        </p:spPr>
        <p:txBody>
          <a:bodyPr wrap="square" lIns="0" tIns="0" rIns="0" bIns="0" rtlCol="0" anchor="ctr"/>
          <a:lstStyle/>
          <a:p>
            <a:pPr indent="0" marL="0">
              <a:buNone/>
            </a:pPr>
            <a:r>
              <a:rPr lang="en-US" sz="4000" b="1" dirty="0">
                <a:solidFill>
                  <a:srgbClr val="101312"/>
                </a:solidFill>
                <a:latin typeface="Bahnschrift Condensed" pitchFamily="34" charset="0"/>
                <a:ea typeface="Bahnschrift Condensed" pitchFamily="34" charset="-122"/>
                <a:cs typeface="Bahnschrift Condensed" pitchFamily="34" charset="-120"/>
              </a:rPr>
              <a:t>GitHub repo</a:t>
            </a:r>
            <a:endParaRPr lang="en-US" sz="4000" dirty="0"/>
          </a:p>
        </p:txBody>
      </p:sp>
      <p:sp>
        <p:nvSpPr>
          <p:cNvPr id="30" name="repo-url"/>
          <p:cNvSpPr txBox="1"/>
          <p:nvPr/>
        </p:nvSpPr>
        <p:spPr>
          <a:xfrm>
            <a:off x="457200" y="1371600"/>
            <a:ext cx="8229600" cy="365760"/>
          </a:xfrm>
          <a:prstGeom prst="rect">
            <a:avLst/>
          </a:prstGeom>
          <a:noFill/>
          <a:ln/>
        </p:spPr>
        <p:txBody>
          <a:bodyPr wrap="square" lIns="0" tIns="0" rIns="0" bIns="0" rtlCol="0" anchor="ctr"/>
          <a:lstStyle/>
          <a:p>
            <a:pPr indent="0" marL="0">
              <a:buNone/>
            </a:pPr>
            <a:r>
              <a:rPr lang="en-US" sz="1800" b="1" dirty="0">
                <a:solidFill>
                  <a:srgbClr val="101312"/>
                </a:solidFill>
                <a:latin typeface="Bahnschrift" pitchFamily="34" charset="0"/>
                <a:ea typeface="Bahnschrift" pitchFamily="34" charset="-122"/>
                <a:cs typeface="Bahnschrift" pitchFamily="34" charset="-120"/>
              </a:rPr>
              <a:t>https://github.com/carlosclariana/veleshack-2026-4th-challenge</a:t>
            </a:r>
            <a:endParaRPr lang="en-US" sz="1800" dirty="0"/>
          </a:p>
        </p:txBody>
      </p:sp>
      <p:sp>
        <p:nvSpPr>
          <p:cNvPr id="31" name="facts-rule"/>
          <p:cNvSpPr/>
          <p:nvPr/>
        </p:nvSpPr>
        <p:spPr>
          <a:xfrm>
            <a:off x="457200" y="2011680"/>
            <a:ext cx="3566160" cy="36576"/>
          </a:xfrm>
          <a:prstGeom prst="rect">
            <a:avLst/>
          </a:prstGeom>
          <a:solidFill>
            <a:srgbClr val="101312"/>
          </a:solidFill>
          <a:ln w="12700">
            <a:solidFill>
              <a:srgbClr val="101312"/>
            </a:solidFill>
            <a:prstDash val="solid"/>
          </a:ln>
        </p:spPr>
      </p:sp>
      <p:sp>
        <p:nvSpPr>
          <p:cNvPr id="32" name="fact-1-label"/>
          <p:cNvSpPr txBox="1"/>
          <p:nvPr/>
        </p:nvSpPr>
        <p:spPr>
          <a:xfrm>
            <a:off x="457200" y="2157984"/>
            <a:ext cx="1097280" cy="384048"/>
          </a:xfrm>
          <a:prstGeom prst="rect">
            <a:avLst/>
          </a:prstGeom>
          <a:noFill/>
          <a:ln/>
        </p:spPr>
        <p:txBody>
          <a:bodyPr wrap="square" lIns="0" tIns="0" rIns="0" bIns="0" rtlCol="0" anchor="ctr"/>
          <a:lstStyle/>
          <a:p>
            <a:pPr indent="0" marL="0">
              <a:buNone/>
            </a:pPr>
            <a:r>
              <a:rPr lang="en-US" sz="1200" b="1" dirty="0">
                <a:solidFill>
                  <a:srgbClr val="3E4341"/>
                </a:solidFill>
                <a:latin typeface="Bahnschrift" pitchFamily="34" charset="0"/>
                <a:ea typeface="Bahnschrift" pitchFamily="34" charset="-122"/>
                <a:cs typeface="Bahnschrift" pitchFamily="34" charset="-120"/>
              </a:rPr>
              <a:t>TEAM_NAME</a:t>
            </a:r>
            <a:endParaRPr lang="en-US" sz="1200" dirty="0"/>
          </a:p>
        </p:txBody>
      </p:sp>
      <p:sp>
        <p:nvSpPr>
          <p:cNvPr id="33" name="fact-1-value"/>
          <p:cNvSpPr txBox="1"/>
          <p:nvPr/>
        </p:nvSpPr>
        <p:spPr>
          <a:xfrm>
            <a:off x="1554480" y="2157984"/>
            <a:ext cx="2468880" cy="384048"/>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los-bocatones</a:t>
            </a:r>
            <a:endParaRPr lang="en-US" sz="1400" dirty="0"/>
          </a:p>
        </p:txBody>
      </p:sp>
      <p:sp>
        <p:nvSpPr>
          <p:cNvPr id="34" name="fact-2-label"/>
          <p:cNvSpPr txBox="1"/>
          <p:nvPr/>
        </p:nvSpPr>
        <p:spPr>
          <a:xfrm>
            <a:off x="457200" y="2633472"/>
            <a:ext cx="1097280" cy="384048"/>
          </a:xfrm>
          <a:prstGeom prst="rect">
            <a:avLst/>
          </a:prstGeom>
          <a:noFill/>
          <a:ln/>
        </p:spPr>
        <p:txBody>
          <a:bodyPr wrap="square" lIns="0" tIns="0" rIns="0" bIns="0" rtlCol="0" anchor="ctr"/>
          <a:lstStyle/>
          <a:p>
            <a:pPr indent="0" marL="0">
              <a:buNone/>
            </a:pPr>
            <a:r>
              <a:rPr lang="en-US" sz="1200" b="1" dirty="0">
                <a:solidFill>
                  <a:srgbClr val="3E4341"/>
                </a:solidFill>
                <a:latin typeface="Bahnschrift" pitchFamily="34" charset="0"/>
                <a:ea typeface="Bahnschrift" pitchFamily="34" charset="-122"/>
                <a:cs typeface="Bahnschrift" pitchFamily="34" charset="-120"/>
              </a:rPr>
              <a:t>Dockerfile</a:t>
            </a:r>
            <a:endParaRPr lang="en-US" sz="1200" dirty="0"/>
          </a:p>
        </p:txBody>
      </p:sp>
      <p:sp>
        <p:nvSpPr>
          <p:cNvPr id="35" name="fact-2-value"/>
          <p:cNvSpPr txBox="1"/>
          <p:nvPr/>
        </p:nvSpPr>
        <p:spPr>
          <a:xfrm>
            <a:off x="1554480" y="2633472"/>
            <a:ext cx="2468880" cy="384048"/>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agent-template/Dockerfile</a:t>
            </a:r>
            <a:endParaRPr lang="en-US" sz="1400" dirty="0"/>
          </a:p>
        </p:txBody>
      </p:sp>
      <p:sp>
        <p:nvSpPr>
          <p:cNvPr id="36" name="fact-3-label"/>
          <p:cNvSpPr txBox="1"/>
          <p:nvPr/>
        </p:nvSpPr>
        <p:spPr>
          <a:xfrm>
            <a:off x="457200" y="3108960"/>
            <a:ext cx="1097280" cy="384048"/>
          </a:xfrm>
          <a:prstGeom prst="rect">
            <a:avLst/>
          </a:prstGeom>
          <a:noFill/>
          <a:ln/>
        </p:spPr>
        <p:txBody>
          <a:bodyPr wrap="square" lIns="0" tIns="0" rIns="0" bIns="0" rtlCol="0" anchor="ctr"/>
          <a:lstStyle/>
          <a:p>
            <a:pPr indent="0" marL="0">
              <a:buNone/>
            </a:pPr>
            <a:r>
              <a:rPr lang="en-US" sz="1200" b="1" dirty="0">
                <a:solidFill>
                  <a:srgbClr val="3E4341"/>
                </a:solidFill>
                <a:latin typeface="Bahnschrift" pitchFamily="34" charset="0"/>
                <a:ea typeface="Bahnschrift" pitchFamily="34" charset="-122"/>
                <a:cs typeface="Bahnschrift" pitchFamily="34" charset="-120"/>
              </a:rPr>
              <a:t>Members</a:t>
            </a:r>
            <a:endParaRPr lang="en-US" sz="1200" dirty="0"/>
          </a:p>
        </p:txBody>
      </p:sp>
      <p:sp>
        <p:nvSpPr>
          <p:cNvPr id="37" name="fact-3-value"/>
          <p:cNvSpPr txBox="1"/>
          <p:nvPr/>
        </p:nvSpPr>
        <p:spPr>
          <a:xfrm>
            <a:off x="1554480" y="3108960"/>
            <a:ext cx="2468880" cy="384048"/>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Marc and Carlos</a:t>
            </a:r>
            <a:endParaRPr lang="en-US" sz="1400" dirty="0"/>
          </a:p>
        </p:txBody>
      </p:sp>
      <p:sp>
        <p:nvSpPr>
          <p:cNvPr id="38" name="fact-4-label"/>
          <p:cNvSpPr txBox="1"/>
          <p:nvPr/>
        </p:nvSpPr>
        <p:spPr>
          <a:xfrm>
            <a:off x="457200" y="3584448"/>
            <a:ext cx="1097280" cy="384048"/>
          </a:xfrm>
          <a:prstGeom prst="rect">
            <a:avLst/>
          </a:prstGeom>
          <a:noFill/>
          <a:ln/>
        </p:spPr>
        <p:txBody>
          <a:bodyPr wrap="square" lIns="0" tIns="0" rIns="0" bIns="0" rtlCol="0" anchor="ctr"/>
          <a:lstStyle/>
          <a:p>
            <a:pPr indent="0" marL="0">
              <a:buNone/>
            </a:pPr>
            <a:r>
              <a:rPr lang="en-US" sz="1200" b="1" dirty="0">
                <a:solidFill>
                  <a:srgbClr val="3E4341"/>
                </a:solidFill>
                <a:latin typeface="Bahnschrift" pitchFamily="34" charset="0"/>
                <a:ea typeface="Bahnschrift" pitchFamily="34" charset="-122"/>
                <a:cs typeface="Bahnschrift" pitchFamily="34" charset="-120"/>
              </a:rPr>
              <a:t>Fork of</a:t>
            </a:r>
            <a:endParaRPr lang="en-US" sz="1200" dirty="0"/>
          </a:p>
        </p:txBody>
      </p:sp>
      <p:sp>
        <p:nvSpPr>
          <p:cNvPr id="39" name="fact-4-value"/>
          <p:cNvSpPr txBox="1"/>
          <p:nvPr/>
        </p:nvSpPr>
        <p:spPr>
          <a:xfrm>
            <a:off x="1554480" y="3584448"/>
            <a:ext cx="2468880" cy="548640"/>
          </a:xfrm>
          <a:prstGeom prst="rect">
            <a:avLst/>
          </a:prstGeom>
          <a:noFill/>
          <a:ln/>
        </p:spPr>
        <p:txBody>
          <a:bodyPr wrap="square" lIns="0" tIns="0" rIns="0" bIns="0" rtlCol="0" anchor="t"/>
          <a:lstStyle/>
          <a:p>
            <a:pPr indent="0" marL="0">
              <a:buNone/>
            </a:pPr>
            <a:r>
              <a:rPr lang="en-US" sz="1400" b="1" dirty="0">
                <a:solidFill>
                  <a:srgbClr val="101312"/>
                </a:solidFill>
                <a:latin typeface="Bahnschrift" pitchFamily="34" charset="0"/>
                <a:ea typeface="Bahnschrift" pitchFamily="34" charset="-122"/>
                <a:cs typeface="Bahnschrift" pitchFamily="34" charset="-120"/>
              </a:rPr>
              <a:t>czavitsanos-iti/</a:t>
            </a:r>
            <a:endParaRPr lang="en-US" sz="1400" dirty="0"/>
          </a:p>
          <a:p>
            <a:pPr indent="0" marL="0">
              <a:buNone/>
            </a:pPr>
            <a:r>
              <a:rPr lang="en-US" sz="1400" b="1" dirty="0">
                <a:solidFill>
                  <a:srgbClr val="101312"/>
                </a:solidFill>
                <a:latin typeface="Bahnschrift" pitchFamily="34" charset="0"/>
                <a:ea typeface="Bahnschrift" pitchFamily="34" charset="-122"/>
                <a:cs typeface="Bahnschrift" pitchFamily="34" charset="-120"/>
              </a:rPr>
              <a:t>veleshack-2026-4th-challenge</a:t>
            </a:r>
            <a:endParaRPr lang="en-US" sz="1400" dirty="0"/>
          </a:p>
        </p:txBody>
      </p:sp>
      <p:sp>
        <p:nvSpPr>
          <p:cNvPr id="40" name="plate"/>
          <p:cNvSpPr/>
          <p:nvPr/>
        </p:nvSpPr>
        <p:spPr>
          <a:xfrm>
            <a:off x="4389120" y="2011680"/>
            <a:ext cx="4297680" cy="2468880"/>
          </a:xfrm>
          <a:prstGeom prst="rect">
            <a:avLst/>
          </a:prstGeom>
          <a:solidFill>
            <a:srgbClr val="101312"/>
          </a:solidFill>
          <a:ln w="12700">
            <a:solidFill>
              <a:srgbClr val="101312"/>
            </a:solidFill>
            <a:prstDash val="solid"/>
          </a:ln>
        </p:spPr>
      </p:sp>
      <p:sp>
        <p:nvSpPr>
          <p:cNvPr id="41" name="plate-title"/>
          <p:cNvSpPr txBox="1"/>
          <p:nvPr/>
        </p:nvSpPr>
        <p:spPr>
          <a:xfrm>
            <a:off x="4617720" y="2148840"/>
            <a:ext cx="3840480" cy="320040"/>
          </a:xfrm>
          <a:prstGeom prst="rect">
            <a:avLst/>
          </a:prstGeom>
          <a:noFill/>
          <a:ln/>
        </p:spPr>
        <p:txBody>
          <a:bodyPr wrap="square" lIns="0" tIns="0" rIns="0" bIns="0" rtlCol="0" anchor="ctr"/>
          <a:lstStyle/>
          <a:p>
            <a:pPr indent="0" marL="0">
              <a:buNone/>
            </a:pPr>
            <a:r>
              <a:rPr lang="en-US" sz="1600" b="1" dirty="0">
                <a:solidFill>
                  <a:srgbClr val="F5F6F3"/>
                </a:solidFill>
                <a:latin typeface="Bahnschrift" pitchFamily="34" charset="0"/>
                <a:ea typeface="Bahnschrift" pitchFamily="34" charset="-122"/>
                <a:cs typeface="Bahnschrift" pitchFamily="34" charset="-120"/>
              </a:rPr>
              <a:t>Build and run</a:t>
            </a:r>
            <a:endParaRPr lang="en-US" sz="1600" dirty="0"/>
          </a:p>
        </p:txBody>
      </p:sp>
      <p:sp>
        <p:nvSpPr>
          <p:cNvPr id="42" name="commands"/>
          <p:cNvSpPr txBox="1"/>
          <p:nvPr/>
        </p:nvSpPr>
        <p:spPr>
          <a:xfrm>
            <a:off x="4617720" y="2560320"/>
            <a:ext cx="3931920" cy="1005840"/>
          </a:xfrm>
          <a:prstGeom prst="rect">
            <a:avLst/>
          </a:prstGeom>
          <a:noFill/>
          <a:ln/>
        </p:spPr>
        <p:txBody>
          <a:bodyPr wrap="square" lIns="0" tIns="0" rIns="0" bIns="0" rtlCol="0" anchor="t"/>
          <a:lstStyle/>
          <a:p>
            <a:pPr indent="0" marL="0">
              <a:buNone/>
            </a:pPr>
            <a:r>
              <a:rPr lang="en-US" sz="1100" dirty="0">
                <a:solidFill>
                  <a:srgbClr val="F5F6F3"/>
                </a:solidFill>
                <a:latin typeface="Courier New" pitchFamily="34" charset="0"/>
                <a:ea typeface="Courier New" pitchFamily="34" charset="-122"/>
                <a:cs typeface="Courier New" pitchFamily="34" charset="-120"/>
              </a:rPr>
              <a:t>docker build -t swarm-agent:submission \</a:t>
            </a:r>
            <a:endParaRPr lang="en-US" sz="1100" dirty="0"/>
          </a:p>
          <a:p>
            <a:pPr indent="0" marL="0">
              <a:buNone/>
            </a:pPr>
            <a:r>
              <a:rPr lang="en-US" sz="1100" dirty="0">
                <a:solidFill>
                  <a:srgbClr val="F5F6F3"/>
                </a:solidFill>
                <a:latin typeface="Courier New" pitchFamily="34" charset="0"/>
                <a:ea typeface="Courier New" pitchFamily="34" charset="-122"/>
                <a:cs typeface="Courier New" pitchFamily="34" charset="-120"/>
              </a:rPr>
              <a:t>    agent-template</a:t>
            </a:r>
            <a:endParaRPr lang="en-US" sz="1100" dirty="0"/>
          </a:p>
          <a:p>
            <a:pPr indent="0" marL="0">
              <a:buNone/>
            </a:pPr>
            <a:endParaRPr lang="en-US" sz="1100" dirty="0"/>
          </a:p>
          <a:p>
            <a:pPr indent="0" marL="0">
              <a:buNone/>
            </a:pPr>
            <a:r>
              <a:rPr lang="en-US" sz="1100" dirty="0">
                <a:solidFill>
                  <a:srgbClr val="F5F6F3"/>
                </a:solidFill>
                <a:latin typeface="Courier New" pitchFamily="34" charset="0"/>
                <a:ea typeface="Courier New" pitchFamily="34" charset="-122"/>
                <a:cs typeface="Courier New" pitchFamily="34" charset="-120"/>
              </a:rPr>
              <a:t>docker compose --profile agent up --build</a:t>
            </a:r>
            <a:endParaRPr lang="en-US" sz="1100" dirty="0"/>
          </a:p>
        </p:txBody>
      </p:sp>
      <p:sp>
        <p:nvSpPr>
          <p:cNvPr id="43" name="dashboard"/>
          <p:cNvSpPr txBox="1"/>
          <p:nvPr/>
        </p:nvSpPr>
        <p:spPr>
          <a:xfrm>
            <a:off x="4617720" y="3401568"/>
            <a:ext cx="3931920" cy="274320"/>
          </a:xfrm>
          <a:prstGeom prst="rect">
            <a:avLst/>
          </a:prstGeom>
          <a:noFill/>
          <a:ln/>
        </p:spPr>
        <p:txBody>
          <a:bodyPr wrap="square" lIns="0" tIns="0" rIns="0" bIns="0" rtlCol="0" anchor="ctr"/>
          <a:lstStyle/>
          <a:p>
            <a:pPr indent="0" marL="0">
              <a:buNone/>
            </a:pPr>
            <a:r>
              <a:rPr lang="en-US" sz="1200" dirty="0">
                <a:solidFill>
                  <a:srgbClr val="C9CEC8"/>
                </a:solidFill>
                <a:latin typeface="Bahnschrift" pitchFamily="34" charset="0"/>
                <a:ea typeface="Bahnschrift" pitchFamily="34" charset="-122"/>
                <a:cs typeface="Bahnschrift" pitchFamily="34" charset="-120"/>
              </a:rPr>
              <a:t>Live dashboard at http://localhost:8080</a:t>
            </a:r>
            <a:endParaRPr lang="en-US" sz="1200" dirty="0"/>
          </a:p>
        </p:txBody>
      </p:sp>
      <p:sp>
        <p:nvSpPr>
          <p:cNvPr id="44" name="conformance"/>
          <p:cNvSpPr txBox="1"/>
          <p:nvPr/>
        </p:nvSpPr>
        <p:spPr>
          <a:xfrm>
            <a:off x="4617720" y="3886200"/>
            <a:ext cx="3931920" cy="457200"/>
          </a:xfrm>
          <a:prstGeom prst="rect">
            <a:avLst/>
          </a:prstGeom>
          <a:noFill/>
          <a:ln/>
        </p:spPr>
        <p:txBody>
          <a:bodyPr wrap="square" lIns="0" tIns="0" rIns="0" bIns="0" rtlCol="0" anchor="ctr"/>
          <a:lstStyle/>
          <a:p>
            <a:pPr indent="0" marL="0">
              <a:buNone/>
            </a:pPr>
            <a:r>
              <a:rPr lang="en-US" sz="2400" b="1" dirty="0">
                <a:solidFill>
                  <a:srgbClr val="3DDC84"/>
                </a:solidFill>
                <a:latin typeface="Bahnschrift Condensed" pitchFamily="34" charset="0"/>
                <a:ea typeface="Bahnschrift Condensed" pitchFamily="34" charset="-122"/>
                <a:cs typeface="Bahnschrift Condensed" pitchFamily="34" charset="-120"/>
              </a:rPr>
              <a:t>8 / 8</a:t>
            </a:r>
            <a:pPr indent="0" marL="0">
              <a:buNone/>
            </a:pPr>
            <a:r>
              <a:rPr lang="en-US" sz="1200" dirty="0">
                <a:solidFill>
                  <a:srgbClr val="F5F6F3"/>
                </a:solidFill>
                <a:latin typeface="Bahnschrift" pitchFamily="34" charset="0"/>
                <a:ea typeface="Bahnschrift" pitchFamily="34" charset="-122"/>
                <a:cs typeface="Bahnschrift" pitchFamily="34" charset="-120"/>
              </a:rPr>
              <a:t>   official conformance checks on the built image</a:t>
            </a:r>
            <a:endParaRPr lang="en-US" sz="2400" dirty="0"/>
          </a:p>
        </p:txBody>
      </p:sp>
      <p:sp>
        <p:nvSpPr>
          <p:cNvPr id="45" name="footer"/>
          <p:cNvSpPr txBox="1"/>
          <p:nvPr/>
        </p:nvSpPr>
        <p:spPr>
          <a:xfrm>
            <a:off x="457200" y="4754880"/>
            <a:ext cx="7315200" cy="228600"/>
          </a:xfrm>
          <a:prstGeom prst="rect">
            <a:avLst/>
          </a:prstGeom>
          <a:noFill/>
          <a:ln/>
        </p:spPr>
        <p:txBody>
          <a:bodyPr wrap="square" lIns="0" tIns="0" rIns="0" bIns="0" rtlCol="0" anchor="ctr"/>
          <a:lstStyle/>
          <a:p>
            <a:pPr indent="0" marL="0">
              <a:buNone/>
            </a:pPr>
            <a:r>
              <a:rPr lang="en-US" sz="1000" dirty="0">
                <a:solidFill>
                  <a:srgbClr val="3E4341"/>
                </a:solidFill>
                <a:latin typeface="Bahnschrift" pitchFamily="34" charset="0"/>
                <a:ea typeface="Bahnschrift" pitchFamily="34" charset="-122"/>
                <a:cs typeface="Bahnschrift" pitchFamily="34" charset="-120"/>
              </a:rPr>
              <a:t>Los Bocatones · Challenge 4 CoGNETs · VelesHack 2026 · Local runs, not an official score</a:t>
            </a:r>
            <a:endParaRPr lang="en-US" sz="1000" dirty="0"/>
          </a:p>
        </p:txBody>
      </p:sp>
      <p:sp>
        <p:nvSpPr>
          <p:cNvPr id="46" name="page"/>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b="1" dirty="0">
                <a:solidFill>
                  <a:srgbClr val="101312"/>
                </a:solidFill>
                <a:latin typeface="Bahnschrift" pitchFamily="34" charset="0"/>
                <a:ea typeface="Bahnschrift" pitchFamily="34" charset="-122"/>
                <a:cs typeface="Bahnschrift"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3"/>
        </a:solidFill>
      </p:bgPr>
    </p:bg>
    <p:spTree>
      <p:nvGrpSpPr>
        <p:cNvPr id="1" name=""/>
        <p:cNvGrpSpPr/>
        <p:nvPr/>
      </p:nvGrpSpPr>
      <p:grpSpPr>
        <a:xfrm>
          <a:off x="0" y="0"/>
          <a:ext cx="0" cy="0"/>
          <a:chOff x="0" y="0"/>
          <a:chExt cx="0" cy="0"/>
        </a:xfrm>
      </p:grpSpPr>
      <p:sp>
        <p:nvSpPr>
          <p:cNvPr id="2" name="cell-1"/>
          <p:cNvSpPr/>
          <p:nvPr/>
        </p:nvSpPr>
        <p:spPr>
          <a:xfrm>
            <a:off x="0" y="0"/>
            <a:ext cx="9144000" cy="231115"/>
          </a:xfrm>
          <a:prstGeom prst="rect">
            <a:avLst/>
          </a:prstGeom>
          <a:solidFill>
            <a:srgbClr val="E4E8E2"/>
          </a:solidFill>
          <a:ln w="12700">
            <a:solidFill>
              <a:srgbClr val="E4E8E2"/>
            </a:solidFill>
            <a:prstDash val="solid"/>
          </a:ln>
        </p:spPr>
      </p:sp>
      <p:sp>
        <p:nvSpPr>
          <p:cNvPr id="3" name="cell-2"/>
          <p:cNvSpPr/>
          <p:nvPr/>
        </p:nvSpPr>
        <p:spPr>
          <a:xfrm>
            <a:off x="0" y="258547"/>
            <a:ext cx="9144000" cy="231115"/>
          </a:xfrm>
          <a:prstGeom prst="rect">
            <a:avLst/>
          </a:prstGeom>
          <a:solidFill>
            <a:srgbClr val="E4E8E2"/>
          </a:solidFill>
          <a:ln w="12700">
            <a:solidFill>
              <a:srgbClr val="E4E8E2"/>
            </a:solidFill>
            <a:prstDash val="solid"/>
          </a:ln>
        </p:spPr>
      </p:sp>
      <p:sp>
        <p:nvSpPr>
          <p:cNvPr id="4" name="cell-3"/>
          <p:cNvSpPr/>
          <p:nvPr/>
        </p:nvSpPr>
        <p:spPr>
          <a:xfrm>
            <a:off x="0" y="517093"/>
            <a:ext cx="9144000" cy="231115"/>
          </a:xfrm>
          <a:prstGeom prst="rect">
            <a:avLst/>
          </a:prstGeom>
          <a:solidFill>
            <a:srgbClr val="E4E8E2"/>
          </a:solidFill>
          <a:ln w="12700">
            <a:solidFill>
              <a:srgbClr val="E4E8E2"/>
            </a:solidFill>
            <a:prstDash val="solid"/>
          </a:ln>
        </p:spPr>
      </p:sp>
      <p:sp>
        <p:nvSpPr>
          <p:cNvPr id="5" name="cell-4"/>
          <p:cNvSpPr/>
          <p:nvPr/>
        </p:nvSpPr>
        <p:spPr>
          <a:xfrm>
            <a:off x="0" y="775640"/>
            <a:ext cx="9144000" cy="231115"/>
          </a:xfrm>
          <a:prstGeom prst="rect">
            <a:avLst/>
          </a:prstGeom>
          <a:solidFill>
            <a:srgbClr val="E4E8E2"/>
          </a:solidFill>
          <a:ln w="12700">
            <a:solidFill>
              <a:srgbClr val="E4E8E2"/>
            </a:solidFill>
            <a:prstDash val="solid"/>
          </a:ln>
        </p:spPr>
      </p:sp>
      <p:sp>
        <p:nvSpPr>
          <p:cNvPr id="6" name="cell-5"/>
          <p:cNvSpPr/>
          <p:nvPr/>
        </p:nvSpPr>
        <p:spPr>
          <a:xfrm>
            <a:off x="0" y="1034186"/>
            <a:ext cx="9144000" cy="231115"/>
          </a:xfrm>
          <a:prstGeom prst="rect">
            <a:avLst/>
          </a:prstGeom>
          <a:solidFill>
            <a:srgbClr val="E4E8E2"/>
          </a:solidFill>
          <a:ln w="12700">
            <a:solidFill>
              <a:srgbClr val="E4E8E2"/>
            </a:solidFill>
            <a:prstDash val="solid"/>
          </a:ln>
        </p:spPr>
      </p:sp>
      <p:sp>
        <p:nvSpPr>
          <p:cNvPr id="7" name="cell-6"/>
          <p:cNvSpPr/>
          <p:nvPr/>
        </p:nvSpPr>
        <p:spPr>
          <a:xfrm>
            <a:off x="0" y="1292733"/>
            <a:ext cx="9144000" cy="231115"/>
          </a:xfrm>
          <a:prstGeom prst="rect">
            <a:avLst/>
          </a:prstGeom>
          <a:solidFill>
            <a:srgbClr val="E4E8E2"/>
          </a:solidFill>
          <a:ln w="12700">
            <a:solidFill>
              <a:srgbClr val="E4E8E2"/>
            </a:solidFill>
            <a:prstDash val="solid"/>
          </a:ln>
        </p:spPr>
      </p:sp>
      <p:sp>
        <p:nvSpPr>
          <p:cNvPr id="8" name="cell-7"/>
          <p:cNvSpPr/>
          <p:nvPr/>
        </p:nvSpPr>
        <p:spPr>
          <a:xfrm>
            <a:off x="0" y="1551280"/>
            <a:ext cx="9144000" cy="231115"/>
          </a:xfrm>
          <a:prstGeom prst="rect">
            <a:avLst/>
          </a:prstGeom>
          <a:solidFill>
            <a:srgbClr val="E4E8E2"/>
          </a:solidFill>
          <a:ln w="12700">
            <a:solidFill>
              <a:srgbClr val="E4E8E2"/>
            </a:solidFill>
            <a:prstDash val="solid"/>
          </a:ln>
        </p:spPr>
      </p:sp>
      <p:sp>
        <p:nvSpPr>
          <p:cNvPr id="9" name="cell-8"/>
          <p:cNvSpPr/>
          <p:nvPr/>
        </p:nvSpPr>
        <p:spPr>
          <a:xfrm>
            <a:off x="0" y="1809826"/>
            <a:ext cx="9144000" cy="231115"/>
          </a:xfrm>
          <a:prstGeom prst="rect">
            <a:avLst/>
          </a:prstGeom>
          <a:solidFill>
            <a:srgbClr val="E4E8E2"/>
          </a:solidFill>
          <a:ln w="12700">
            <a:solidFill>
              <a:srgbClr val="E4E8E2"/>
            </a:solidFill>
            <a:prstDash val="solid"/>
          </a:ln>
        </p:spPr>
      </p:sp>
      <p:sp>
        <p:nvSpPr>
          <p:cNvPr id="10" name="cell-9"/>
          <p:cNvSpPr/>
          <p:nvPr/>
        </p:nvSpPr>
        <p:spPr>
          <a:xfrm>
            <a:off x="0" y="2068373"/>
            <a:ext cx="9144000" cy="231115"/>
          </a:xfrm>
          <a:prstGeom prst="rect">
            <a:avLst/>
          </a:prstGeom>
          <a:solidFill>
            <a:srgbClr val="E4E8E2"/>
          </a:solidFill>
          <a:ln w="12700">
            <a:solidFill>
              <a:srgbClr val="E4E8E2"/>
            </a:solidFill>
            <a:prstDash val="solid"/>
          </a:ln>
        </p:spPr>
      </p:sp>
      <p:sp>
        <p:nvSpPr>
          <p:cNvPr id="11" name="cell-10"/>
          <p:cNvSpPr/>
          <p:nvPr/>
        </p:nvSpPr>
        <p:spPr>
          <a:xfrm>
            <a:off x="0" y="2326919"/>
            <a:ext cx="9144000" cy="231115"/>
          </a:xfrm>
          <a:prstGeom prst="rect">
            <a:avLst/>
          </a:prstGeom>
          <a:solidFill>
            <a:srgbClr val="E4E8E2"/>
          </a:solidFill>
          <a:ln w="12700">
            <a:solidFill>
              <a:srgbClr val="E4E8E2"/>
            </a:solidFill>
            <a:prstDash val="solid"/>
          </a:ln>
        </p:spPr>
      </p:sp>
      <p:sp>
        <p:nvSpPr>
          <p:cNvPr id="12" name="cell-11"/>
          <p:cNvSpPr/>
          <p:nvPr/>
        </p:nvSpPr>
        <p:spPr>
          <a:xfrm>
            <a:off x="0" y="2585466"/>
            <a:ext cx="9144000" cy="231115"/>
          </a:xfrm>
          <a:prstGeom prst="rect">
            <a:avLst/>
          </a:prstGeom>
          <a:solidFill>
            <a:srgbClr val="E4E8E2"/>
          </a:solidFill>
          <a:ln w="12700">
            <a:solidFill>
              <a:srgbClr val="E4E8E2"/>
            </a:solidFill>
            <a:prstDash val="solid"/>
          </a:ln>
        </p:spPr>
      </p:sp>
      <p:sp>
        <p:nvSpPr>
          <p:cNvPr id="13" name="cell-12"/>
          <p:cNvSpPr/>
          <p:nvPr/>
        </p:nvSpPr>
        <p:spPr>
          <a:xfrm>
            <a:off x="0" y="2844013"/>
            <a:ext cx="9144000" cy="231115"/>
          </a:xfrm>
          <a:prstGeom prst="rect">
            <a:avLst/>
          </a:prstGeom>
          <a:solidFill>
            <a:srgbClr val="E4E8E2"/>
          </a:solidFill>
          <a:ln w="12700">
            <a:solidFill>
              <a:srgbClr val="E4E8E2"/>
            </a:solidFill>
            <a:prstDash val="solid"/>
          </a:ln>
        </p:spPr>
      </p:sp>
      <p:sp>
        <p:nvSpPr>
          <p:cNvPr id="14" name="cell-13"/>
          <p:cNvSpPr/>
          <p:nvPr/>
        </p:nvSpPr>
        <p:spPr>
          <a:xfrm>
            <a:off x="0" y="3102559"/>
            <a:ext cx="9144000" cy="231115"/>
          </a:xfrm>
          <a:prstGeom prst="rect">
            <a:avLst/>
          </a:prstGeom>
          <a:solidFill>
            <a:srgbClr val="E4E8E2"/>
          </a:solidFill>
          <a:ln w="12700">
            <a:solidFill>
              <a:srgbClr val="E4E8E2"/>
            </a:solidFill>
            <a:prstDash val="solid"/>
          </a:ln>
        </p:spPr>
      </p:sp>
      <p:sp>
        <p:nvSpPr>
          <p:cNvPr id="15" name="cell-14"/>
          <p:cNvSpPr/>
          <p:nvPr/>
        </p:nvSpPr>
        <p:spPr>
          <a:xfrm>
            <a:off x="0" y="3361106"/>
            <a:ext cx="9144000" cy="231115"/>
          </a:xfrm>
          <a:prstGeom prst="rect">
            <a:avLst/>
          </a:prstGeom>
          <a:solidFill>
            <a:srgbClr val="E4E8E2"/>
          </a:solidFill>
          <a:ln w="12700">
            <a:solidFill>
              <a:srgbClr val="E4E8E2"/>
            </a:solidFill>
            <a:prstDash val="solid"/>
          </a:ln>
        </p:spPr>
      </p:sp>
      <p:sp>
        <p:nvSpPr>
          <p:cNvPr id="16" name="cell-15"/>
          <p:cNvSpPr/>
          <p:nvPr/>
        </p:nvSpPr>
        <p:spPr>
          <a:xfrm>
            <a:off x="0" y="3619652"/>
            <a:ext cx="9144000" cy="231115"/>
          </a:xfrm>
          <a:prstGeom prst="rect">
            <a:avLst/>
          </a:prstGeom>
          <a:solidFill>
            <a:srgbClr val="E4E8E2"/>
          </a:solidFill>
          <a:ln w="12700">
            <a:solidFill>
              <a:srgbClr val="E4E8E2"/>
            </a:solidFill>
            <a:prstDash val="solid"/>
          </a:ln>
        </p:spPr>
      </p:sp>
      <p:sp>
        <p:nvSpPr>
          <p:cNvPr id="17" name="cell-16"/>
          <p:cNvSpPr/>
          <p:nvPr/>
        </p:nvSpPr>
        <p:spPr>
          <a:xfrm>
            <a:off x="0" y="3878199"/>
            <a:ext cx="9144000" cy="231115"/>
          </a:xfrm>
          <a:prstGeom prst="rect">
            <a:avLst/>
          </a:prstGeom>
          <a:solidFill>
            <a:srgbClr val="E4E8E2"/>
          </a:solidFill>
          <a:ln w="12700">
            <a:solidFill>
              <a:srgbClr val="E4E8E2"/>
            </a:solidFill>
            <a:prstDash val="solid"/>
          </a:ln>
        </p:spPr>
      </p:sp>
      <p:sp>
        <p:nvSpPr>
          <p:cNvPr id="18" name="cell-17"/>
          <p:cNvSpPr/>
          <p:nvPr/>
        </p:nvSpPr>
        <p:spPr>
          <a:xfrm>
            <a:off x="0" y="4136746"/>
            <a:ext cx="9144000" cy="231115"/>
          </a:xfrm>
          <a:prstGeom prst="rect">
            <a:avLst/>
          </a:prstGeom>
          <a:solidFill>
            <a:srgbClr val="E4E8E2"/>
          </a:solidFill>
          <a:ln w="12700">
            <a:solidFill>
              <a:srgbClr val="E4E8E2"/>
            </a:solidFill>
            <a:prstDash val="solid"/>
          </a:ln>
        </p:spPr>
      </p:sp>
      <p:sp>
        <p:nvSpPr>
          <p:cNvPr id="19" name="cell-18"/>
          <p:cNvSpPr/>
          <p:nvPr/>
        </p:nvSpPr>
        <p:spPr>
          <a:xfrm>
            <a:off x="0" y="4395292"/>
            <a:ext cx="9144000" cy="231115"/>
          </a:xfrm>
          <a:prstGeom prst="rect">
            <a:avLst/>
          </a:prstGeom>
          <a:solidFill>
            <a:srgbClr val="E4E8E2"/>
          </a:solidFill>
          <a:ln w="12700">
            <a:solidFill>
              <a:srgbClr val="E4E8E2"/>
            </a:solidFill>
            <a:prstDash val="solid"/>
          </a:ln>
        </p:spPr>
      </p:sp>
      <p:sp>
        <p:nvSpPr>
          <p:cNvPr id="20" name="cell-19"/>
          <p:cNvSpPr/>
          <p:nvPr/>
        </p:nvSpPr>
        <p:spPr>
          <a:xfrm>
            <a:off x="0" y="4653839"/>
            <a:ext cx="9144000" cy="231115"/>
          </a:xfrm>
          <a:prstGeom prst="rect">
            <a:avLst/>
          </a:prstGeom>
          <a:solidFill>
            <a:srgbClr val="E4E8E2"/>
          </a:solidFill>
          <a:ln w="12700">
            <a:solidFill>
              <a:srgbClr val="E4E8E2"/>
            </a:solidFill>
            <a:prstDash val="solid"/>
          </a:ln>
        </p:spPr>
      </p:sp>
      <p:sp>
        <p:nvSpPr>
          <p:cNvPr id="21" name="cell-20"/>
          <p:cNvSpPr/>
          <p:nvPr/>
        </p:nvSpPr>
        <p:spPr>
          <a:xfrm>
            <a:off x="0" y="4912385"/>
            <a:ext cx="9144000" cy="231115"/>
          </a:xfrm>
          <a:prstGeom prst="rect">
            <a:avLst/>
          </a:prstGeom>
          <a:solidFill>
            <a:srgbClr val="E4E8E2"/>
          </a:solidFill>
          <a:ln w="12700">
            <a:solidFill>
              <a:srgbClr val="E4E8E2"/>
            </a:solidFill>
            <a:prstDash val="solid"/>
          </a:ln>
        </p:spPr>
      </p:sp>
      <p:sp>
        <p:nvSpPr>
          <p:cNvPr id="22" name="bar"/>
          <p:cNvSpPr/>
          <p:nvPr/>
        </p:nvSpPr>
        <p:spPr>
          <a:xfrm>
            <a:off x="0" y="0"/>
            <a:ext cx="9144000" cy="457200"/>
          </a:xfrm>
          <a:prstGeom prst="rect">
            <a:avLst/>
          </a:prstGeom>
          <a:solidFill>
            <a:srgbClr val="101312"/>
          </a:solidFill>
          <a:ln w="12700">
            <a:solidFill>
              <a:srgbClr val="101312"/>
            </a:solidFill>
            <a:prstDash val="solid"/>
          </a:ln>
        </p:spPr>
      </p:sp>
      <p:sp>
        <p:nvSpPr>
          <p:cNvPr id="23" name="brand"/>
          <p:cNvSpPr txBox="1"/>
          <p:nvPr/>
        </p:nvSpPr>
        <p:spPr>
          <a:xfrm>
            <a:off x="457200" y="0"/>
            <a:ext cx="2011680" cy="457200"/>
          </a:xfrm>
          <a:prstGeom prst="rect">
            <a:avLst/>
          </a:prstGeom>
          <a:noFill/>
          <a:ln/>
        </p:spPr>
        <p:txBody>
          <a:bodyPr wrap="square" lIns="0" tIns="0" rIns="0" bIns="0" rtlCol="0" anchor="ctr"/>
          <a:lstStyle/>
          <a:p>
            <a:pPr indent="0" marL="0">
              <a:buNone/>
            </a:pPr>
            <a:r>
              <a:rPr lang="en-US" sz="1200" b="1" spc="250" kern="0" dirty="0">
                <a:solidFill>
                  <a:srgbClr val="F5F6F3"/>
                </a:solidFill>
                <a:latin typeface="Bahnschrift" pitchFamily="34" charset="0"/>
                <a:ea typeface="Bahnschrift" pitchFamily="34" charset="-122"/>
                <a:cs typeface="Bahnschrift" pitchFamily="34" charset="-120"/>
              </a:rPr>
              <a:t>SWARM / LAB</a:t>
            </a:r>
            <a:endParaRPr lang="en-US" sz="1200" dirty="0"/>
          </a:p>
        </p:txBody>
      </p:sp>
      <p:sp>
        <p:nvSpPr>
          <p:cNvPr id="24" name="tab-1"/>
          <p:cNvSpPr txBox="1"/>
          <p:nvPr/>
        </p:nvSpPr>
        <p:spPr>
          <a:xfrm>
            <a:off x="4160520" y="91440"/>
            <a:ext cx="109728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GitHub repo</a:t>
            </a:r>
            <a:endParaRPr lang="en-US" sz="1000" dirty="0"/>
          </a:p>
        </p:txBody>
      </p:sp>
      <p:sp>
        <p:nvSpPr>
          <p:cNvPr id="25" name="tab-2"/>
          <p:cNvSpPr txBox="1"/>
          <p:nvPr/>
        </p:nvSpPr>
        <p:spPr>
          <a:xfrm>
            <a:off x="5303520" y="91440"/>
            <a:ext cx="868680" cy="274320"/>
          </a:xfrm>
          <a:prstGeom prst="rect">
            <a:avLst/>
          </a:prstGeom>
          <a:solidFill>
            <a:srgbClr val="F5F6F3"/>
          </a:solidFill>
          <a:ln/>
        </p:spPr>
        <p:txBody>
          <a:bodyPr wrap="square" lIns="0" tIns="0" rIns="0" bIns="0" rtlCol="0" anchor="ctr"/>
          <a:lstStyle/>
          <a:p>
            <a:pPr algn="ctr" indent="0" marL="0">
              <a:buNone/>
            </a:pPr>
            <a:r>
              <a:rPr lang="en-US" sz="1000" b="1" dirty="0">
                <a:solidFill>
                  <a:srgbClr val="101312"/>
                </a:solidFill>
                <a:latin typeface="Bahnschrift" pitchFamily="34" charset="0"/>
                <a:ea typeface="Bahnschrift" pitchFamily="34" charset="-122"/>
                <a:cs typeface="Bahnschrift" pitchFamily="34" charset="-120"/>
              </a:rPr>
              <a:t>Summary</a:t>
            </a:r>
            <a:endParaRPr lang="en-US" sz="1000" dirty="0"/>
          </a:p>
        </p:txBody>
      </p:sp>
      <p:sp>
        <p:nvSpPr>
          <p:cNvPr id="26" name="tab-3"/>
          <p:cNvSpPr txBox="1"/>
          <p:nvPr/>
        </p:nvSpPr>
        <p:spPr>
          <a:xfrm>
            <a:off x="6217920" y="91440"/>
            <a:ext cx="96012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Highlights</a:t>
            </a:r>
            <a:endParaRPr lang="en-US" sz="1000" dirty="0"/>
          </a:p>
        </p:txBody>
      </p:sp>
      <p:sp>
        <p:nvSpPr>
          <p:cNvPr id="27" name="status-dot"/>
          <p:cNvSpPr/>
          <p:nvPr/>
        </p:nvSpPr>
        <p:spPr>
          <a:xfrm>
            <a:off x="7333488" y="182880"/>
            <a:ext cx="91440" cy="91440"/>
          </a:xfrm>
          <a:prstGeom prst="ellipse">
            <a:avLst/>
          </a:prstGeom>
          <a:solidFill>
            <a:srgbClr val="3DDC84"/>
          </a:solidFill>
          <a:ln w="12700">
            <a:solidFill>
              <a:srgbClr val="3DDC84"/>
            </a:solidFill>
            <a:prstDash val="solid"/>
          </a:ln>
        </p:spPr>
      </p:sp>
      <p:sp>
        <p:nvSpPr>
          <p:cNvPr id="28" name="team"/>
          <p:cNvSpPr txBox="1"/>
          <p:nvPr/>
        </p:nvSpPr>
        <p:spPr>
          <a:xfrm>
            <a:off x="7498080" y="0"/>
            <a:ext cx="1188720" cy="457200"/>
          </a:xfrm>
          <a:prstGeom prst="rect">
            <a:avLst/>
          </a:prstGeom>
          <a:noFill/>
          <a:ln/>
        </p:spPr>
        <p:txBody>
          <a:bodyPr wrap="square" lIns="0" tIns="0" rIns="0" bIns="0" rtlCol="0" anchor="ctr"/>
          <a:lstStyle/>
          <a:p>
            <a:pPr indent="0" marL="0">
              <a:buNone/>
            </a:pPr>
            <a:r>
              <a:rPr lang="en-US" sz="1000" dirty="0">
                <a:solidFill>
                  <a:srgbClr val="F5F6F3"/>
                </a:solidFill>
                <a:latin typeface="Bahnschrift" pitchFamily="34" charset="0"/>
                <a:ea typeface="Bahnschrift" pitchFamily="34" charset="-122"/>
                <a:cs typeface="Bahnschrift" pitchFamily="34" charset="-120"/>
              </a:rPr>
              <a:t>los-bocatones</a:t>
            </a:r>
            <a:endParaRPr lang="en-US" sz="1000" dirty="0"/>
          </a:p>
        </p:txBody>
      </p:sp>
      <p:sp>
        <p:nvSpPr>
          <p:cNvPr id="29" name="title"/>
          <p:cNvSpPr txBox="1"/>
          <p:nvPr/>
        </p:nvSpPr>
        <p:spPr>
          <a:xfrm>
            <a:off x="457200" y="658368"/>
            <a:ext cx="8229600" cy="640080"/>
          </a:xfrm>
          <a:prstGeom prst="rect">
            <a:avLst/>
          </a:prstGeom>
          <a:noFill/>
          <a:ln/>
        </p:spPr>
        <p:txBody>
          <a:bodyPr wrap="square" lIns="0" tIns="0" rIns="0" bIns="0" rtlCol="0" anchor="ctr"/>
          <a:lstStyle/>
          <a:p>
            <a:pPr indent="0" marL="0">
              <a:buNone/>
            </a:pPr>
            <a:r>
              <a:rPr lang="en-US" sz="4000" b="1" dirty="0">
                <a:solidFill>
                  <a:srgbClr val="101312"/>
                </a:solidFill>
                <a:latin typeface="Bahnschrift Condensed" pitchFamily="34" charset="0"/>
                <a:ea typeface="Bahnschrift Condensed" pitchFamily="34" charset="-122"/>
                <a:cs typeface="Bahnschrift Condensed" pitchFamily="34" charset="-120"/>
              </a:rPr>
              <a:t>Summary</a:t>
            </a:r>
            <a:endParaRPr lang="en-US" sz="4000" dirty="0"/>
          </a:p>
        </p:txBody>
      </p:sp>
      <p:sp>
        <p:nvSpPr>
          <p:cNvPr id="30" name="lead"/>
          <p:cNvSpPr txBox="1"/>
          <p:nvPr/>
        </p:nvSpPr>
        <p:spPr>
          <a:xfrm>
            <a:off x="457200" y="1325880"/>
            <a:ext cx="8229600" cy="685800"/>
          </a:xfrm>
          <a:prstGeom prst="rect">
            <a:avLst/>
          </a:prstGeom>
          <a:noFill/>
          <a:ln/>
        </p:spPr>
        <p:txBody>
          <a:bodyPr wrap="square" lIns="0" tIns="0" rIns="0" bIns="0" rtlCol="0" anchor="t"/>
          <a:lstStyle/>
          <a:p>
            <a:pPr indent="0" marL="0">
              <a:buNone/>
            </a:pPr>
            <a:r>
              <a:rPr lang="en-US" sz="1500" dirty="0">
                <a:solidFill>
                  <a:srgbClr val="101312"/>
                </a:solidFill>
                <a:latin typeface="Bahnschrift" pitchFamily="34" charset="0"/>
                <a:ea typeface="Bahnschrift" pitchFamily="34" charset="-122"/>
                <a:cs typeface="Bahnschrift" pitchFamily="34" charset="-120"/>
              </a:rPr>
              <a:t>The energy you win is drawn from your own battery. Run flat and you sit the round out. Our agent treats charge as money and bids for the whole match, not for one round.</a:t>
            </a:r>
            <a:endParaRPr lang="en-US" sz="1500" dirty="0"/>
          </a:p>
        </p:txBody>
      </p:sp>
      <p:sp>
        <p:nvSpPr>
          <p:cNvPr id="31" name="point-1-rule"/>
          <p:cNvSpPr/>
          <p:nvPr/>
        </p:nvSpPr>
        <p:spPr>
          <a:xfrm>
            <a:off x="457200" y="2240280"/>
            <a:ext cx="3657600" cy="36576"/>
          </a:xfrm>
          <a:prstGeom prst="rect">
            <a:avLst/>
          </a:prstGeom>
          <a:solidFill>
            <a:srgbClr val="101312"/>
          </a:solidFill>
          <a:ln w="12700">
            <a:solidFill>
              <a:srgbClr val="101312"/>
            </a:solidFill>
            <a:prstDash val="solid"/>
          </a:ln>
        </p:spPr>
      </p:sp>
      <p:sp>
        <p:nvSpPr>
          <p:cNvPr id="32" name="point-1-head"/>
          <p:cNvSpPr txBox="1"/>
          <p:nvPr/>
        </p:nvSpPr>
        <p:spPr>
          <a:xfrm>
            <a:off x="457200" y="2304288"/>
            <a:ext cx="3657600" cy="274320"/>
          </a:xfrm>
          <a:prstGeom prst="rect">
            <a:avLst/>
          </a:prstGeom>
          <a:noFill/>
          <a:ln/>
        </p:spPr>
        <p:txBody>
          <a:bodyPr wrap="square" lIns="0" tIns="0" rIns="0" bIns="0" rtlCol="0" anchor="ctr"/>
          <a:lstStyle/>
          <a:p>
            <a:pPr indent="0" marL="0">
              <a:buNone/>
            </a:pPr>
            <a:r>
              <a:rPr lang="en-US" sz="1500" b="1" dirty="0">
                <a:solidFill>
                  <a:srgbClr val="101312"/>
                </a:solidFill>
                <a:latin typeface="Bahnschrift" pitchFamily="34" charset="0"/>
                <a:ea typeface="Bahnschrift" pitchFamily="34" charset="-122"/>
                <a:cs typeface="Bahnschrift" pitchFamily="34" charset="-120"/>
              </a:rPr>
              <a:t>Reads the market</a:t>
            </a:r>
            <a:endParaRPr lang="en-US" sz="1500" dirty="0"/>
          </a:p>
        </p:txBody>
      </p:sp>
      <p:sp>
        <p:nvSpPr>
          <p:cNvPr id="33" name="point-1-body"/>
          <p:cNvSpPr txBox="1"/>
          <p:nvPr/>
        </p:nvSpPr>
        <p:spPr>
          <a:xfrm>
            <a:off x="457200" y="2578608"/>
            <a:ext cx="3657600" cy="384048"/>
          </a:xfrm>
          <a:prstGeom prst="rect">
            <a:avLst/>
          </a:prstGeom>
          <a:noFill/>
          <a:ln/>
        </p:spPr>
        <p:txBody>
          <a:bodyPr wrap="square" lIns="0" tIns="0" rIns="0" bIns="0" rtlCol="0" anchor="t"/>
          <a:lstStyle/>
          <a:p>
            <a:pPr indent="0" marL="0">
              <a:buNone/>
            </a:pPr>
            <a:r>
              <a:rPr lang="en-US" sz="1200" dirty="0">
                <a:solidFill>
                  <a:srgbClr val="3E4341"/>
                </a:solidFill>
                <a:latin typeface="Bahnschrift" pitchFamily="34" charset="0"/>
                <a:ea typeface="Bahnschrift" pitchFamily="34" charset="-122"/>
                <a:cs typeface="Bahnschrift" pitchFamily="34" charset="-120"/>
              </a:rPr>
              <a:t>Rebuilds rival bids from the shares it was actually allocated.</a:t>
            </a:r>
            <a:endParaRPr lang="en-US" sz="1200" dirty="0"/>
          </a:p>
        </p:txBody>
      </p:sp>
      <p:sp>
        <p:nvSpPr>
          <p:cNvPr id="34" name="point-2-rule"/>
          <p:cNvSpPr/>
          <p:nvPr/>
        </p:nvSpPr>
        <p:spPr>
          <a:xfrm>
            <a:off x="457200" y="3063240"/>
            <a:ext cx="3657600" cy="36576"/>
          </a:xfrm>
          <a:prstGeom prst="rect">
            <a:avLst/>
          </a:prstGeom>
          <a:solidFill>
            <a:srgbClr val="101312"/>
          </a:solidFill>
          <a:ln w="12700">
            <a:solidFill>
              <a:srgbClr val="101312"/>
            </a:solidFill>
            <a:prstDash val="solid"/>
          </a:ln>
        </p:spPr>
      </p:sp>
      <p:sp>
        <p:nvSpPr>
          <p:cNvPr id="35" name="point-2-head"/>
          <p:cNvSpPr txBox="1"/>
          <p:nvPr/>
        </p:nvSpPr>
        <p:spPr>
          <a:xfrm>
            <a:off x="457200" y="3127248"/>
            <a:ext cx="3657600" cy="274320"/>
          </a:xfrm>
          <a:prstGeom prst="rect">
            <a:avLst/>
          </a:prstGeom>
          <a:noFill/>
          <a:ln/>
        </p:spPr>
        <p:txBody>
          <a:bodyPr wrap="square" lIns="0" tIns="0" rIns="0" bIns="0" rtlCol="0" anchor="ctr"/>
          <a:lstStyle/>
          <a:p>
            <a:pPr indent="0" marL="0">
              <a:buNone/>
            </a:pPr>
            <a:r>
              <a:rPr lang="en-US" sz="1500" b="1" dirty="0">
                <a:solidFill>
                  <a:srgbClr val="101312"/>
                </a:solidFill>
                <a:latin typeface="Bahnschrift" pitchFamily="34" charset="0"/>
                <a:ea typeface="Bahnschrift" pitchFamily="34" charset="-122"/>
                <a:cs typeface="Bahnschrift" pitchFamily="34" charset="-120"/>
              </a:rPr>
              <a:t>Prices the recharge</a:t>
            </a:r>
            <a:endParaRPr lang="en-US" sz="1500" dirty="0"/>
          </a:p>
        </p:txBody>
      </p:sp>
      <p:sp>
        <p:nvSpPr>
          <p:cNvPr id="36" name="point-2-body"/>
          <p:cNvSpPr txBox="1"/>
          <p:nvPr/>
        </p:nvSpPr>
        <p:spPr>
          <a:xfrm>
            <a:off x="457200" y="3401568"/>
            <a:ext cx="3657600" cy="384048"/>
          </a:xfrm>
          <a:prstGeom prst="rect">
            <a:avLst/>
          </a:prstGeom>
          <a:noFill/>
          <a:ln/>
        </p:spPr>
        <p:txBody>
          <a:bodyPr wrap="square" lIns="0" tIns="0" rIns="0" bIns="0" rtlCol="0" anchor="t"/>
          <a:lstStyle/>
          <a:p>
            <a:pPr indent="0" marL="0">
              <a:buNone/>
            </a:pPr>
            <a:r>
              <a:rPr lang="en-US" sz="1200" dirty="0">
                <a:solidFill>
                  <a:srgbClr val="3E4341"/>
                </a:solidFill>
                <a:latin typeface="Bahnschrift" pitchFamily="34" charset="0"/>
                <a:ea typeface="Bahnschrift" pitchFamily="34" charset="-122"/>
                <a:cs typeface="Bahnschrift" pitchFamily="34" charset="-120"/>
              </a:rPr>
              <a:t>Scores each candidate bid by utility per active and recharge round.</a:t>
            </a:r>
            <a:endParaRPr lang="en-US" sz="1200" dirty="0"/>
          </a:p>
        </p:txBody>
      </p:sp>
      <p:sp>
        <p:nvSpPr>
          <p:cNvPr id="37" name="point-3-rule"/>
          <p:cNvSpPr/>
          <p:nvPr/>
        </p:nvSpPr>
        <p:spPr>
          <a:xfrm>
            <a:off x="457200" y="3886200"/>
            <a:ext cx="3657600" cy="36576"/>
          </a:xfrm>
          <a:prstGeom prst="rect">
            <a:avLst/>
          </a:prstGeom>
          <a:solidFill>
            <a:srgbClr val="101312"/>
          </a:solidFill>
          <a:ln w="12700">
            <a:solidFill>
              <a:srgbClr val="101312"/>
            </a:solidFill>
            <a:prstDash val="solid"/>
          </a:ln>
        </p:spPr>
      </p:sp>
      <p:sp>
        <p:nvSpPr>
          <p:cNvPr id="38" name="point-3-head"/>
          <p:cNvSpPr txBox="1"/>
          <p:nvPr/>
        </p:nvSpPr>
        <p:spPr>
          <a:xfrm>
            <a:off x="457200" y="3950208"/>
            <a:ext cx="3657600" cy="274320"/>
          </a:xfrm>
          <a:prstGeom prst="rect">
            <a:avLst/>
          </a:prstGeom>
          <a:noFill/>
          <a:ln/>
        </p:spPr>
        <p:txBody>
          <a:bodyPr wrap="square" lIns="0" tIns="0" rIns="0" bIns="0" rtlCol="0" anchor="ctr"/>
          <a:lstStyle/>
          <a:p>
            <a:pPr indent="0" marL="0">
              <a:buNone/>
            </a:pPr>
            <a:r>
              <a:rPr lang="en-US" sz="1500" b="1" dirty="0">
                <a:solidFill>
                  <a:srgbClr val="101312"/>
                </a:solidFill>
                <a:latin typeface="Bahnschrift" pitchFamily="34" charset="0"/>
                <a:ea typeface="Bahnschrift" pitchFamily="34" charset="-122"/>
                <a:cs typeface="Bahnschrift" pitchFamily="34" charset="-120"/>
              </a:rPr>
              <a:t>Protects the floors</a:t>
            </a:r>
            <a:endParaRPr lang="en-US" sz="1500" dirty="0"/>
          </a:p>
        </p:txBody>
      </p:sp>
      <p:sp>
        <p:nvSpPr>
          <p:cNvPr id="39" name="point-3-body"/>
          <p:cNvSpPr txBox="1"/>
          <p:nvPr/>
        </p:nvSpPr>
        <p:spPr>
          <a:xfrm>
            <a:off x="457200" y="4224528"/>
            <a:ext cx="3657600" cy="384048"/>
          </a:xfrm>
          <a:prstGeom prst="rect">
            <a:avLst/>
          </a:prstGeom>
          <a:noFill/>
          <a:ln/>
        </p:spPr>
        <p:txBody>
          <a:bodyPr wrap="square" lIns="0" tIns="0" rIns="0" bIns="0" rtlCol="0" anchor="t"/>
          <a:lstStyle/>
          <a:p>
            <a:pPr indent="0" marL="0">
              <a:buNone/>
            </a:pPr>
            <a:r>
              <a:rPr lang="en-US" sz="1200" dirty="0">
                <a:solidFill>
                  <a:srgbClr val="3E4341"/>
                </a:solidFill>
                <a:latin typeface="Bahnschrift" pitchFamily="34" charset="0"/>
                <a:ea typeface="Bahnschrift" pitchFamily="34" charset="-122"/>
                <a:cs typeface="Bahnschrift" pitchFamily="34" charset="-120"/>
              </a:rPr>
              <a:t>Missing a service floor halves the round, so candidates sit on the safe side.</a:t>
            </a:r>
            <a:endParaRPr lang="en-US" sz="1200" dirty="0"/>
          </a:p>
        </p:txBody>
      </p:sp>
      <p:sp>
        <p:nvSpPr>
          <p:cNvPr id="40" name="rest-title"/>
          <p:cNvSpPr txBox="1"/>
          <p:nvPr/>
        </p:nvSpPr>
        <p:spPr>
          <a:xfrm>
            <a:off x="4572000" y="2240280"/>
            <a:ext cx="4114800" cy="274320"/>
          </a:xfrm>
          <a:prstGeom prst="rect">
            <a:avLst/>
          </a:prstGeom>
          <a:noFill/>
          <a:ln/>
        </p:spPr>
        <p:txBody>
          <a:bodyPr wrap="square" lIns="0" tIns="0" rIns="0" bIns="0" rtlCol="0" anchor="ctr"/>
          <a:lstStyle/>
          <a:p>
            <a:pPr indent="0" marL="0">
              <a:buNone/>
            </a:pPr>
            <a:r>
              <a:rPr lang="en-US" sz="1500" b="1" dirty="0">
                <a:solidFill>
                  <a:srgbClr val="101312"/>
                </a:solidFill>
                <a:latin typeface="Bahnschrift" pitchFamily="34" charset="0"/>
                <a:ea typeface="Bahnschrift" pitchFamily="34" charset="-122"/>
                <a:cs typeface="Bahnschrift" pitchFamily="34" charset="-120"/>
              </a:rPr>
              <a:t>Rounds spent resting, out of 60</a:t>
            </a:r>
            <a:endParaRPr lang="en-US" sz="1500" dirty="0"/>
          </a:p>
        </p:txBody>
      </p:sp>
      <p:sp>
        <p:nvSpPr>
          <p:cNvPr id="41" name="rest-1-label"/>
          <p:cNvSpPr txBox="1"/>
          <p:nvPr/>
        </p:nvSpPr>
        <p:spPr>
          <a:xfrm>
            <a:off x="4572000" y="2651760"/>
            <a:ext cx="1828800" cy="237744"/>
          </a:xfrm>
          <a:prstGeom prst="rect">
            <a:avLst/>
          </a:prstGeom>
          <a:noFill/>
          <a:ln/>
        </p:spPr>
        <p:txBody>
          <a:bodyPr wrap="square" lIns="0" tIns="0" rIns="0" bIns="0" rtlCol="0" anchor="ctr"/>
          <a:lstStyle/>
          <a:p>
            <a:pPr indent="0" marL="0">
              <a:buNone/>
            </a:pPr>
            <a:r>
              <a:rPr lang="en-US" sz="1200" b="1" dirty="0">
                <a:solidFill>
                  <a:srgbClr val="101312"/>
                </a:solidFill>
                <a:latin typeface="Bahnschrift" pitchFamily="34" charset="0"/>
                <a:ea typeface="Bahnschrift" pitchFamily="34" charset="-122"/>
                <a:cs typeface="Bahnschrift" pitchFamily="34" charset="-120"/>
              </a:rPr>
              <a:t>Starting template</a:t>
            </a:r>
            <a:endParaRPr lang="en-US" sz="1200" dirty="0"/>
          </a:p>
        </p:txBody>
      </p:sp>
      <p:sp>
        <p:nvSpPr>
          <p:cNvPr id="42" name="rest-1-caption"/>
          <p:cNvSpPr txBox="1"/>
          <p:nvPr/>
        </p:nvSpPr>
        <p:spPr>
          <a:xfrm>
            <a:off x="6400800" y="2651760"/>
            <a:ext cx="2286000" cy="237744"/>
          </a:xfrm>
          <a:prstGeom prst="rect">
            <a:avLst/>
          </a:prstGeom>
          <a:noFill/>
          <a:ln/>
        </p:spPr>
        <p:txBody>
          <a:bodyPr wrap="square" lIns="0" tIns="0" rIns="0" bIns="0" rtlCol="0" anchor="ctr"/>
          <a:lstStyle/>
          <a:p>
            <a:pPr algn="r" indent="0" marL="0">
              <a:buNone/>
            </a:pPr>
            <a:r>
              <a:rPr lang="en-US" sz="1200" dirty="0">
                <a:solidFill>
                  <a:srgbClr val="3E4341"/>
                </a:solidFill>
                <a:latin typeface="Bahnschrift" pitchFamily="34" charset="0"/>
                <a:ea typeface="Bahnschrift" pitchFamily="34" charset="-122"/>
                <a:cs typeface="Bahnschrift" pitchFamily="34" charset="-120"/>
              </a:rPr>
              <a:t>18.4 resting · 13.39 points</a:t>
            </a:r>
            <a:endParaRPr lang="en-US" sz="1200" dirty="0"/>
          </a:p>
        </p:txBody>
      </p:sp>
      <p:sp>
        <p:nvSpPr>
          <p:cNvPr id="43" name="rest-1-cell-1"/>
          <p:cNvSpPr/>
          <p:nvPr/>
        </p:nvSpPr>
        <p:spPr>
          <a:xfrm>
            <a:off x="4572000" y="2944368"/>
            <a:ext cx="114300" cy="182880"/>
          </a:xfrm>
          <a:prstGeom prst="rect">
            <a:avLst/>
          </a:prstGeom>
          <a:solidFill>
            <a:srgbClr val="101312"/>
          </a:solidFill>
          <a:ln w="12700">
            <a:solidFill>
              <a:srgbClr val="101312"/>
            </a:solidFill>
            <a:prstDash val="solid"/>
          </a:ln>
        </p:spPr>
      </p:sp>
      <p:sp>
        <p:nvSpPr>
          <p:cNvPr id="44" name="rest-1-cell-2"/>
          <p:cNvSpPr/>
          <p:nvPr/>
        </p:nvSpPr>
        <p:spPr>
          <a:xfrm>
            <a:off x="4709160" y="2944368"/>
            <a:ext cx="114300" cy="182880"/>
          </a:xfrm>
          <a:prstGeom prst="rect">
            <a:avLst/>
          </a:prstGeom>
          <a:solidFill>
            <a:srgbClr val="101312"/>
          </a:solidFill>
          <a:ln w="12700">
            <a:solidFill>
              <a:srgbClr val="101312"/>
            </a:solidFill>
            <a:prstDash val="solid"/>
          </a:ln>
        </p:spPr>
      </p:sp>
      <p:sp>
        <p:nvSpPr>
          <p:cNvPr id="45" name="rest-1-cell-3"/>
          <p:cNvSpPr/>
          <p:nvPr/>
        </p:nvSpPr>
        <p:spPr>
          <a:xfrm>
            <a:off x="4846320" y="2944368"/>
            <a:ext cx="114300" cy="182880"/>
          </a:xfrm>
          <a:prstGeom prst="rect">
            <a:avLst/>
          </a:prstGeom>
          <a:solidFill>
            <a:srgbClr val="101312"/>
          </a:solidFill>
          <a:ln w="12700">
            <a:solidFill>
              <a:srgbClr val="101312"/>
            </a:solidFill>
            <a:prstDash val="solid"/>
          </a:ln>
        </p:spPr>
      </p:sp>
      <p:sp>
        <p:nvSpPr>
          <p:cNvPr id="46" name="rest-1-cell-4"/>
          <p:cNvSpPr/>
          <p:nvPr/>
        </p:nvSpPr>
        <p:spPr>
          <a:xfrm>
            <a:off x="4983480" y="2944368"/>
            <a:ext cx="114300" cy="182880"/>
          </a:xfrm>
          <a:prstGeom prst="rect">
            <a:avLst/>
          </a:prstGeom>
          <a:solidFill>
            <a:srgbClr val="101312"/>
          </a:solidFill>
          <a:ln w="12700">
            <a:solidFill>
              <a:srgbClr val="101312"/>
            </a:solidFill>
            <a:prstDash val="solid"/>
          </a:ln>
        </p:spPr>
      </p:sp>
      <p:sp>
        <p:nvSpPr>
          <p:cNvPr id="47" name="rest-1-cell-5"/>
          <p:cNvSpPr/>
          <p:nvPr/>
        </p:nvSpPr>
        <p:spPr>
          <a:xfrm>
            <a:off x="5120640" y="2944368"/>
            <a:ext cx="114300" cy="182880"/>
          </a:xfrm>
          <a:prstGeom prst="rect">
            <a:avLst/>
          </a:prstGeom>
          <a:solidFill>
            <a:srgbClr val="101312"/>
          </a:solidFill>
          <a:ln w="12700">
            <a:solidFill>
              <a:srgbClr val="101312"/>
            </a:solidFill>
            <a:prstDash val="solid"/>
          </a:ln>
        </p:spPr>
      </p:sp>
      <p:sp>
        <p:nvSpPr>
          <p:cNvPr id="48" name="rest-1-cell-6"/>
          <p:cNvSpPr/>
          <p:nvPr/>
        </p:nvSpPr>
        <p:spPr>
          <a:xfrm>
            <a:off x="5257800" y="2944368"/>
            <a:ext cx="114300" cy="182880"/>
          </a:xfrm>
          <a:prstGeom prst="rect">
            <a:avLst/>
          </a:prstGeom>
          <a:solidFill>
            <a:srgbClr val="101312"/>
          </a:solidFill>
          <a:ln w="12700">
            <a:solidFill>
              <a:srgbClr val="101312"/>
            </a:solidFill>
            <a:prstDash val="solid"/>
          </a:ln>
        </p:spPr>
      </p:sp>
      <p:sp>
        <p:nvSpPr>
          <p:cNvPr id="49" name="rest-1-cell-7"/>
          <p:cNvSpPr/>
          <p:nvPr/>
        </p:nvSpPr>
        <p:spPr>
          <a:xfrm>
            <a:off x="5394960" y="2944368"/>
            <a:ext cx="114300" cy="182880"/>
          </a:xfrm>
          <a:prstGeom prst="rect">
            <a:avLst/>
          </a:prstGeom>
          <a:solidFill>
            <a:srgbClr val="101312"/>
          </a:solidFill>
          <a:ln w="12700">
            <a:solidFill>
              <a:srgbClr val="101312"/>
            </a:solidFill>
            <a:prstDash val="solid"/>
          </a:ln>
        </p:spPr>
      </p:sp>
      <p:sp>
        <p:nvSpPr>
          <p:cNvPr id="50" name="rest-1-cell-8"/>
          <p:cNvSpPr/>
          <p:nvPr/>
        </p:nvSpPr>
        <p:spPr>
          <a:xfrm>
            <a:off x="5532120" y="2944368"/>
            <a:ext cx="114300" cy="182880"/>
          </a:xfrm>
          <a:prstGeom prst="rect">
            <a:avLst/>
          </a:prstGeom>
          <a:solidFill>
            <a:srgbClr val="101312"/>
          </a:solidFill>
          <a:ln w="12700">
            <a:solidFill>
              <a:srgbClr val="101312"/>
            </a:solidFill>
            <a:prstDash val="solid"/>
          </a:ln>
        </p:spPr>
      </p:sp>
      <p:sp>
        <p:nvSpPr>
          <p:cNvPr id="51" name="rest-1-cell-9"/>
          <p:cNvSpPr/>
          <p:nvPr/>
        </p:nvSpPr>
        <p:spPr>
          <a:xfrm>
            <a:off x="5669280" y="2944368"/>
            <a:ext cx="114300" cy="182880"/>
          </a:xfrm>
          <a:prstGeom prst="rect">
            <a:avLst/>
          </a:prstGeom>
          <a:solidFill>
            <a:srgbClr val="101312"/>
          </a:solidFill>
          <a:ln w="12700">
            <a:solidFill>
              <a:srgbClr val="101312"/>
            </a:solidFill>
            <a:prstDash val="solid"/>
          </a:ln>
        </p:spPr>
      </p:sp>
      <p:sp>
        <p:nvSpPr>
          <p:cNvPr id="52" name="rest-1-cell-10"/>
          <p:cNvSpPr/>
          <p:nvPr/>
        </p:nvSpPr>
        <p:spPr>
          <a:xfrm>
            <a:off x="5806440" y="2944368"/>
            <a:ext cx="114300" cy="182880"/>
          </a:xfrm>
          <a:prstGeom prst="rect">
            <a:avLst/>
          </a:prstGeom>
          <a:solidFill>
            <a:srgbClr val="101312"/>
          </a:solidFill>
          <a:ln w="12700">
            <a:solidFill>
              <a:srgbClr val="101312"/>
            </a:solidFill>
            <a:prstDash val="solid"/>
          </a:ln>
        </p:spPr>
      </p:sp>
      <p:sp>
        <p:nvSpPr>
          <p:cNvPr id="53" name="rest-1-cell-11"/>
          <p:cNvSpPr/>
          <p:nvPr/>
        </p:nvSpPr>
        <p:spPr>
          <a:xfrm>
            <a:off x="5943600" y="2944368"/>
            <a:ext cx="114300" cy="182880"/>
          </a:xfrm>
          <a:prstGeom prst="rect">
            <a:avLst/>
          </a:prstGeom>
          <a:solidFill>
            <a:srgbClr val="101312"/>
          </a:solidFill>
          <a:ln w="12700">
            <a:solidFill>
              <a:srgbClr val="101312"/>
            </a:solidFill>
            <a:prstDash val="solid"/>
          </a:ln>
        </p:spPr>
      </p:sp>
      <p:sp>
        <p:nvSpPr>
          <p:cNvPr id="54" name="rest-1-cell-12"/>
          <p:cNvSpPr/>
          <p:nvPr/>
        </p:nvSpPr>
        <p:spPr>
          <a:xfrm>
            <a:off x="6080760" y="2944368"/>
            <a:ext cx="114300" cy="182880"/>
          </a:xfrm>
          <a:prstGeom prst="rect">
            <a:avLst/>
          </a:prstGeom>
          <a:solidFill>
            <a:srgbClr val="101312"/>
          </a:solidFill>
          <a:ln w="12700">
            <a:solidFill>
              <a:srgbClr val="101312"/>
            </a:solidFill>
            <a:prstDash val="solid"/>
          </a:ln>
        </p:spPr>
      </p:sp>
      <p:sp>
        <p:nvSpPr>
          <p:cNvPr id="55" name="rest-1-cell-13"/>
          <p:cNvSpPr/>
          <p:nvPr/>
        </p:nvSpPr>
        <p:spPr>
          <a:xfrm>
            <a:off x="6217920" y="2944368"/>
            <a:ext cx="114300" cy="182880"/>
          </a:xfrm>
          <a:prstGeom prst="rect">
            <a:avLst/>
          </a:prstGeom>
          <a:solidFill>
            <a:srgbClr val="101312"/>
          </a:solidFill>
          <a:ln w="12700">
            <a:solidFill>
              <a:srgbClr val="101312"/>
            </a:solidFill>
            <a:prstDash val="solid"/>
          </a:ln>
        </p:spPr>
      </p:sp>
      <p:sp>
        <p:nvSpPr>
          <p:cNvPr id="56" name="rest-1-cell-14"/>
          <p:cNvSpPr/>
          <p:nvPr/>
        </p:nvSpPr>
        <p:spPr>
          <a:xfrm>
            <a:off x="6355080" y="2944368"/>
            <a:ext cx="114300" cy="182880"/>
          </a:xfrm>
          <a:prstGeom prst="rect">
            <a:avLst/>
          </a:prstGeom>
          <a:solidFill>
            <a:srgbClr val="101312"/>
          </a:solidFill>
          <a:ln w="12700">
            <a:solidFill>
              <a:srgbClr val="101312"/>
            </a:solidFill>
            <a:prstDash val="solid"/>
          </a:ln>
        </p:spPr>
      </p:sp>
      <p:sp>
        <p:nvSpPr>
          <p:cNvPr id="57" name="rest-1-cell-15"/>
          <p:cNvSpPr/>
          <p:nvPr/>
        </p:nvSpPr>
        <p:spPr>
          <a:xfrm>
            <a:off x="6492240" y="2944368"/>
            <a:ext cx="114300" cy="182880"/>
          </a:xfrm>
          <a:prstGeom prst="rect">
            <a:avLst/>
          </a:prstGeom>
          <a:solidFill>
            <a:srgbClr val="101312"/>
          </a:solidFill>
          <a:ln w="12700">
            <a:solidFill>
              <a:srgbClr val="101312"/>
            </a:solidFill>
            <a:prstDash val="solid"/>
          </a:ln>
        </p:spPr>
      </p:sp>
      <p:sp>
        <p:nvSpPr>
          <p:cNvPr id="58" name="rest-1-cell-16"/>
          <p:cNvSpPr/>
          <p:nvPr/>
        </p:nvSpPr>
        <p:spPr>
          <a:xfrm>
            <a:off x="6629400" y="2944368"/>
            <a:ext cx="114300" cy="182880"/>
          </a:xfrm>
          <a:prstGeom prst="rect">
            <a:avLst/>
          </a:prstGeom>
          <a:solidFill>
            <a:srgbClr val="101312"/>
          </a:solidFill>
          <a:ln w="12700">
            <a:solidFill>
              <a:srgbClr val="101312"/>
            </a:solidFill>
            <a:prstDash val="solid"/>
          </a:ln>
        </p:spPr>
      </p:sp>
      <p:sp>
        <p:nvSpPr>
          <p:cNvPr id="59" name="rest-1-cell-17"/>
          <p:cNvSpPr/>
          <p:nvPr/>
        </p:nvSpPr>
        <p:spPr>
          <a:xfrm>
            <a:off x="6766560" y="2944368"/>
            <a:ext cx="114300" cy="182880"/>
          </a:xfrm>
          <a:prstGeom prst="rect">
            <a:avLst/>
          </a:prstGeom>
          <a:solidFill>
            <a:srgbClr val="101312"/>
          </a:solidFill>
          <a:ln w="12700">
            <a:solidFill>
              <a:srgbClr val="101312"/>
            </a:solidFill>
            <a:prstDash val="solid"/>
          </a:ln>
        </p:spPr>
      </p:sp>
      <p:sp>
        <p:nvSpPr>
          <p:cNvPr id="60" name="rest-1-cell-18"/>
          <p:cNvSpPr/>
          <p:nvPr/>
        </p:nvSpPr>
        <p:spPr>
          <a:xfrm>
            <a:off x="6903720" y="2944368"/>
            <a:ext cx="114300" cy="182880"/>
          </a:xfrm>
          <a:prstGeom prst="rect">
            <a:avLst/>
          </a:prstGeom>
          <a:solidFill>
            <a:srgbClr val="101312"/>
          </a:solidFill>
          <a:ln w="12700">
            <a:solidFill>
              <a:srgbClr val="101312"/>
            </a:solidFill>
            <a:prstDash val="solid"/>
          </a:ln>
        </p:spPr>
      </p:sp>
      <p:sp>
        <p:nvSpPr>
          <p:cNvPr id="61" name="rest-1-cell-19"/>
          <p:cNvSpPr/>
          <p:nvPr/>
        </p:nvSpPr>
        <p:spPr>
          <a:xfrm>
            <a:off x="7040880" y="2944368"/>
            <a:ext cx="114300" cy="182880"/>
          </a:xfrm>
          <a:prstGeom prst="rect">
            <a:avLst/>
          </a:prstGeom>
          <a:solidFill>
            <a:srgbClr val="101312"/>
          </a:solidFill>
          <a:ln w="12700">
            <a:solidFill>
              <a:srgbClr val="101312"/>
            </a:solidFill>
            <a:prstDash val="solid"/>
          </a:ln>
        </p:spPr>
      </p:sp>
      <p:sp>
        <p:nvSpPr>
          <p:cNvPr id="62" name="rest-1-cell-20"/>
          <p:cNvSpPr/>
          <p:nvPr/>
        </p:nvSpPr>
        <p:spPr>
          <a:xfrm>
            <a:off x="7178040" y="2944368"/>
            <a:ext cx="114300" cy="182880"/>
          </a:xfrm>
          <a:prstGeom prst="rect">
            <a:avLst/>
          </a:prstGeom>
          <a:solidFill>
            <a:srgbClr val="101312"/>
          </a:solidFill>
          <a:ln w="12700">
            <a:solidFill>
              <a:srgbClr val="101312"/>
            </a:solidFill>
            <a:prstDash val="solid"/>
          </a:ln>
        </p:spPr>
      </p:sp>
      <p:sp>
        <p:nvSpPr>
          <p:cNvPr id="63" name="rest-1-cell-21"/>
          <p:cNvSpPr/>
          <p:nvPr/>
        </p:nvSpPr>
        <p:spPr>
          <a:xfrm>
            <a:off x="7315200" y="2944368"/>
            <a:ext cx="114300" cy="182880"/>
          </a:xfrm>
          <a:prstGeom prst="rect">
            <a:avLst/>
          </a:prstGeom>
          <a:solidFill>
            <a:srgbClr val="101312"/>
          </a:solidFill>
          <a:ln w="12700">
            <a:solidFill>
              <a:srgbClr val="101312"/>
            </a:solidFill>
            <a:prstDash val="solid"/>
          </a:ln>
        </p:spPr>
      </p:sp>
      <p:sp>
        <p:nvSpPr>
          <p:cNvPr id="64" name="rest-1-cell-22"/>
          <p:cNvSpPr/>
          <p:nvPr/>
        </p:nvSpPr>
        <p:spPr>
          <a:xfrm>
            <a:off x="7452360" y="2944368"/>
            <a:ext cx="114300" cy="182880"/>
          </a:xfrm>
          <a:prstGeom prst="rect">
            <a:avLst/>
          </a:prstGeom>
          <a:solidFill>
            <a:srgbClr val="101312"/>
          </a:solidFill>
          <a:ln w="12700">
            <a:solidFill>
              <a:srgbClr val="101312"/>
            </a:solidFill>
            <a:prstDash val="solid"/>
          </a:ln>
        </p:spPr>
      </p:sp>
      <p:sp>
        <p:nvSpPr>
          <p:cNvPr id="65" name="rest-1-cell-23"/>
          <p:cNvSpPr/>
          <p:nvPr/>
        </p:nvSpPr>
        <p:spPr>
          <a:xfrm>
            <a:off x="7589520" y="2944368"/>
            <a:ext cx="114300" cy="182880"/>
          </a:xfrm>
          <a:prstGeom prst="rect">
            <a:avLst/>
          </a:prstGeom>
          <a:solidFill>
            <a:srgbClr val="101312"/>
          </a:solidFill>
          <a:ln w="12700">
            <a:solidFill>
              <a:srgbClr val="101312"/>
            </a:solidFill>
            <a:prstDash val="solid"/>
          </a:ln>
        </p:spPr>
      </p:sp>
      <p:sp>
        <p:nvSpPr>
          <p:cNvPr id="66" name="rest-1-cell-24"/>
          <p:cNvSpPr/>
          <p:nvPr/>
        </p:nvSpPr>
        <p:spPr>
          <a:xfrm>
            <a:off x="7726680" y="2944368"/>
            <a:ext cx="114300" cy="182880"/>
          </a:xfrm>
          <a:prstGeom prst="rect">
            <a:avLst/>
          </a:prstGeom>
          <a:solidFill>
            <a:srgbClr val="101312"/>
          </a:solidFill>
          <a:ln w="12700">
            <a:solidFill>
              <a:srgbClr val="101312"/>
            </a:solidFill>
            <a:prstDash val="solid"/>
          </a:ln>
        </p:spPr>
      </p:sp>
      <p:sp>
        <p:nvSpPr>
          <p:cNvPr id="67" name="rest-1-cell-25"/>
          <p:cNvSpPr/>
          <p:nvPr/>
        </p:nvSpPr>
        <p:spPr>
          <a:xfrm>
            <a:off x="7863840" y="2944368"/>
            <a:ext cx="114300" cy="182880"/>
          </a:xfrm>
          <a:prstGeom prst="rect">
            <a:avLst/>
          </a:prstGeom>
          <a:solidFill>
            <a:srgbClr val="101312"/>
          </a:solidFill>
          <a:ln w="12700">
            <a:solidFill>
              <a:srgbClr val="101312"/>
            </a:solidFill>
            <a:prstDash val="solid"/>
          </a:ln>
        </p:spPr>
      </p:sp>
      <p:sp>
        <p:nvSpPr>
          <p:cNvPr id="68" name="rest-1-cell-26"/>
          <p:cNvSpPr/>
          <p:nvPr/>
        </p:nvSpPr>
        <p:spPr>
          <a:xfrm>
            <a:off x="8001000" y="2944368"/>
            <a:ext cx="114300" cy="182880"/>
          </a:xfrm>
          <a:prstGeom prst="rect">
            <a:avLst/>
          </a:prstGeom>
          <a:solidFill>
            <a:srgbClr val="101312"/>
          </a:solidFill>
          <a:ln w="12700">
            <a:solidFill>
              <a:srgbClr val="101312"/>
            </a:solidFill>
            <a:prstDash val="solid"/>
          </a:ln>
        </p:spPr>
      </p:sp>
      <p:sp>
        <p:nvSpPr>
          <p:cNvPr id="69" name="rest-1-cell-27"/>
          <p:cNvSpPr/>
          <p:nvPr/>
        </p:nvSpPr>
        <p:spPr>
          <a:xfrm>
            <a:off x="8138160" y="2944368"/>
            <a:ext cx="114300" cy="182880"/>
          </a:xfrm>
          <a:prstGeom prst="rect">
            <a:avLst/>
          </a:prstGeom>
          <a:solidFill>
            <a:srgbClr val="101312"/>
          </a:solidFill>
          <a:ln w="12700">
            <a:solidFill>
              <a:srgbClr val="101312"/>
            </a:solidFill>
            <a:prstDash val="solid"/>
          </a:ln>
        </p:spPr>
      </p:sp>
      <p:sp>
        <p:nvSpPr>
          <p:cNvPr id="70" name="rest-1-cell-28"/>
          <p:cNvSpPr/>
          <p:nvPr/>
        </p:nvSpPr>
        <p:spPr>
          <a:xfrm>
            <a:off x="8275320" y="2944368"/>
            <a:ext cx="114300" cy="182880"/>
          </a:xfrm>
          <a:prstGeom prst="rect">
            <a:avLst/>
          </a:prstGeom>
          <a:solidFill>
            <a:srgbClr val="101312"/>
          </a:solidFill>
          <a:ln w="12700">
            <a:solidFill>
              <a:srgbClr val="101312"/>
            </a:solidFill>
            <a:prstDash val="solid"/>
          </a:ln>
        </p:spPr>
      </p:sp>
      <p:sp>
        <p:nvSpPr>
          <p:cNvPr id="71" name="rest-1-cell-29"/>
          <p:cNvSpPr/>
          <p:nvPr/>
        </p:nvSpPr>
        <p:spPr>
          <a:xfrm>
            <a:off x="8412480" y="2944368"/>
            <a:ext cx="114300" cy="182880"/>
          </a:xfrm>
          <a:prstGeom prst="rect">
            <a:avLst/>
          </a:prstGeom>
          <a:solidFill>
            <a:srgbClr val="101312"/>
          </a:solidFill>
          <a:ln w="12700">
            <a:solidFill>
              <a:srgbClr val="101312"/>
            </a:solidFill>
            <a:prstDash val="solid"/>
          </a:ln>
        </p:spPr>
      </p:sp>
      <p:sp>
        <p:nvSpPr>
          <p:cNvPr id="72" name="rest-1-cell-30"/>
          <p:cNvSpPr/>
          <p:nvPr/>
        </p:nvSpPr>
        <p:spPr>
          <a:xfrm>
            <a:off x="8549640" y="2944368"/>
            <a:ext cx="114300" cy="182880"/>
          </a:xfrm>
          <a:prstGeom prst="rect">
            <a:avLst/>
          </a:prstGeom>
          <a:solidFill>
            <a:srgbClr val="101312"/>
          </a:solidFill>
          <a:ln w="12700">
            <a:solidFill>
              <a:srgbClr val="101312"/>
            </a:solidFill>
            <a:prstDash val="solid"/>
          </a:ln>
        </p:spPr>
      </p:sp>
      <p:sp>
        <p:nvSpPr>
          <p:cNvPr id="73" name="rest-1-cell-31"/>
          <p:cNvSpPr/>
          <p:nvPr/>
        </p:nvSpPr>
        <p:spPr>
          <a:xfrm>
            <a:off x="4572000" y="3163824"/>
            <a:ext cx="114300" cy="182880"/>
          </a:xfrm>
          <a:prstGeom prst="rect">
            <a:avLst/>
          </a:prstGeom>
          <a:solidFill>
            <a:srgbClr val="101312"/>
          </a:solidFill>
          <a:ln w="12700">
            <a:solidFill>
              <a:srgbClr val="101312"/>
            </a:solidFill>
            <a:prstDash val="solid"/>
          </a:ln>
        </p:spPr>
      </p:sp>
      <p:sp>
        <p:nvSpPr>
          <p:cNvPr id="74" name="rest-1-cell-32"/>
          <p:cNvSpPr/>
          <p:nvPr/>
        </p:nvSpPr>
        <p:spPr>
          <a:xfrm>
            <a:off x="4709160" y="3163824"/>
            <a:ext cx="114300" cy="182880"/>
          </a:xfrm>
          <a:prstGeom prst="rect">
            <a:avLst/>
          </a:prstGeom>
          <a:solidFill>
            <a:srgbClr val="101312"/>
          </a:solidFill>
          <a:ln w="12700">
            <a:solidFill>
              <a:srgbClr val="101312"/>
            </a:solidFill>
            <a:prstDash val="solid"/>
          </a:ln>
        </p:spPr>
      </p:sp>
      <p:sp>
        <p:nvSpPr>
          <p:cNvPr id="75" name="rest-1-cell-33"/>
          <p:cNvSpPr/>
          <p:nvPr/>
        </p:nvSpPr>
        <p:spPr>
          <a:xfrm>
            <a:off x="4846320" y="3163824"/>
            <a:ext cx="114300" cy="182880"/>
          </a:xfrm>
          <a:prstGeom prst="rect">
            <a:avLst/>
          </a:prstGeom>
          <a:solidFill>
            <a:srgbClr val="101312"/>
          </a:solidFill>
          <a:ln w="12700">
            <a:solidFill>
              <a:srgbClr val="101312"/>
            </a:solidFill>
            <a:prstDash val="solid"/>
          </a:ln>
        </p:spPr>
      </p:sp>
      <p:sp>
        <p:nvSpPr>
          <p:cNvPr id="76" name="rest-1-cell-34"/>
          <p:cNvSpPr/>
          <p:nvPr/>
        </p:nvSpPr>
        <p:spPr>
          <a:xfrm>
            <a:off x="4983480" y="3163824"/>
            <a:ext cx="114300" cy="182880"/>
          </a:xfrm>
          <a:prstGeom prst="rect">
            <a:avLst/>
          </a:prstGeom>
          <a:solidFill>
            <a:srgbClr val="101312"/>
          </a:solidFill>
          <a:ln w="12700">
            <a:solidFill>
              <a:srgbClr val="101312"/>
            </a:solidFill>
            <a:prstDash val="solid"/>
          </a:ln>
        </p:spPr>
      </p:sp>
      <p:sp>
        <p:nvSpPr>
          <p:cNvPr id="77" name="rest-1-cell-35"/>
          <p:cNvSpPr/>
          <p:nvPr/>
        </p:nvSpPr>
        <p:spPr>
          <a:xfrm>
            <a:off x="5120640" y="3163824"/>
            <a:ext cx="114300" cy="182880"/>
          </a:xfrm>
          <a:prstGeom prst="rect">
            <a:avLst/>
          </a:prstGeom>
          <a:solidFill>
            <a:srgbClr val="101312"/>
          </a:solidFill>
          <a:ln w="12700">
            <a:solidFill>
              <a:srgbClr val="101312"/>
            </a:solidFill>
            <a:prstDash val="solid"/>
          </a:ln>
        </p:spPr>
      </p:sp>
      <p:sp>
        <p:nvSpPr>
          <p:cNvPr id="78" name="rest-1-cell-36"/>
          <p:cNvSpPr/>
          <p:nvPr/>
        </p:nvSpPr>
        <p:spPr>
          <a:xfrm>
            <a:off x="5257800" y="3163824"/>
            <a:ext cx="114300" cy="182880"/>
          </a:xfrm>
          <a:prstGeom prst="rect">
            <a:avLst/>
          </a:prstGeom>
          <a:solidFill>
            <a:srgbClr val="101312"/>
          </a:solidFill>
          <a:ln w="12700">
            <a:solidFill>
              <a:srgbClr val="101312"/>
            </a:solidFill>
            <a:prstDash val="solid"/>
          </a:ln>
        </p:spPr>
      </p:sp>
      <p:sp>
        <p:nvSpPr>
          <p:cNvPr id="79" name="rest-1-cell-37"/>
          <p:cNvSpPr/>
          <p:nvPr/>
        </p:nvSpPr>
        <p:spPr>
          <a:xfrm>
            <a:off x="5394960" y="3163824"/>
            <a:ext cx="114300" cy="182880"/>
          </a:xfrm>
          <a:prstGeom prst="rect">
            <a:avLst/>
          </a:prstGeom>
          <a:solidFill>
            <a:srgbClr val="101312"/>
          </a:solidFill>
          <a:ln w="12700">
            <a:solidFill>
              <a:srgbClr val="101312"/>
            </a:solidFill>
            <a:prstDash val="solid"/>
          </a:ln>
        </p:spPr>
      </p:sp>
      <p:sp>
        <p:nvSpPr>
          <p:cNvPr id="80" name="rest-1-cell-38"/>
          <p:cNvSpPr/>
          <p:nvPr/>
        </p:nvSpPr>
        <p:spPr>
          <a:xfrm>
            <a:off x="5532120" y="3163824"/>
            <a:ext cx="114300" cy="182880"/>
          </a:xfrm>
          <a:prstGeom prst="rect">
            <a:avLst/>
          </a:prstGeom>
          <a:solidFill>
            <a:srgbClr val="101312"/>
          </a:solidFill>
          <a:ln w="12700">
            <a:solidFill>
              <a:srgbClr val="101312"/>
            </a:solidFill>
            <a:prstDash val="solid"/>
          </a:ln>
        </p:spPr>
      </p:sp>
      <p:sp>
        <p:nvSpPr>
          <p:cNvPr id="81" name="rest-1-cell-39"/>
          <p:cNvSpPr/>
          <p:nvPr/>
        </p:nvSpPr>
        <p:spPr>
          <a:xfrm>
            <a:off x="5669280" y="3163824"/>
            <a:ext cx="114300" cy="182880"/>
          </a:xfrm>
          <a:prstGeom prst="rect">
            <a:avLst/>
          </a:prstGeom>
          <a:solidFill>
            <a:srgbClr val="101312"/>
          </a:solidFill>
          <a:ln w="12700">
            <a:solidFill>
              <a:srgbClr val="101312"/>
            </a:solidFill>
            <a:prstDash val="solid"/>
          </a:ln>
        </p:spPr>
      </p:sp>
      <p:sp>
        <p:nvSpPr>
          <p:cNvPr id="82" name="rest-1-cell-40"/>
          <p:cNvSpPr/>
          <p:nvPr/>
        </p:nvSpPr>
        <p:spPr>
          <a:xfrm>
            <a:off x="5806440" y="3163824"/>
            <a:ext cx="114300" cy="182880"/>
          </a:xfrm>
          <a:prstGeom prst="rect">
            <a:avLst/>
          </a:prstGeom>
          <a:solidFill>
            <a:srgbClr val="101312"/>
          </a:solidFill>
          <a:ln w="12700">
            <a:solidFill>
              <a:srgbClr val="101312"/>
            </a:solidFill>
            <a:prstDash val="solid"/>
          </a:ln>
        </p:spPr>
      </p:sp>
      <p:sp>
        <p:nvSpPr>
          <p:cNvPr id="83" name="rest-1-cell-41"/>
          <p:cNvSpPr/>
          <p:nvPr/>
        </p:nvSpPr>
        <p:spPr>
          <a:xfrm>
            <a:off x="5943600" y="3163824"/>
            <a:ext cx="114300" cy="182880"/>
          </a:xfrm>
          <a:prstGeom prst="rect">
            <a:avLst/>
          </a:prstGeom>
          <a:solidFill>
            <a:srgbClr val="101312"/>
          </a:solidFill>
          <a:ln w="12700">
            <a:solidFill>
              <a:srgbClr val="101312"/>
            </a:solidFill>
            <a:prstDash val="solid"/>
          </a:ln>
        </p:spPr>
      </p:sp>
      <p:sp>
        <p:nvSpPr>
          <p:cNvPr id="84" name="rest-1-cell-42"/>
          <p:cNvSpPr/>
          <p:nvPr/>
        </p:nvSpPr>
        <p:spPr>
          <a:xfrm>
            <a:off x="6080760" y="3163824"/>
            <a:ext cx="114300" cy="182880"/>
          </a:xfrm>
          <a:prstGeom prst="rect">
            <a:avLst/>
          </a:prstGeom>
          <a:solidFill>
            <a:srgbClr val="101312"/>
          </a:solidFill>
          <a:ln w="12700">
            <a:solidFill>
              <a:srgbClr val="101312"/>
            </a:solidFill>
            <a:prstDash val="solid"/>
          </a:ln>
        </p:spPr>
      </p:sp>
      <p:sp>
        <p:nvSpPr>
          <p:cNvPr id="85" name="rest-1-cell-43"/>
          <p:cNvSpPr/>
          <p:nvPr/>
        </p:nvSpPr>
        <p:spPr>
          <a:xfrm>
            <a:off x="6217920" y="3163824"/>
            <a:ext cx="114300" cy="182880"/>
          </a:xfrm>
          <a:prstGeom prst="rect">
            <a:avLst/>
          </a:prstGeom>
          <a:solidFill>
            <a:srgbClr val="FF5C3E"/>
          </a:solidFill>
          <a:ln w="12700">
            <a:solidFill>
              <a:srgbClr val="FF5C3E"/>
            </a:solidFill>
            <a:prstDash val="solid"/>
          </a:ln>
        </p:spPr>
      </p:sp>
      <p:sp>
        <p:nvSpPr>
          <p:cNvPr id="86" name="rest-1-cell-44"/>
          <p:cNvSpPr/>
          <p:nvPr/>
        </p:nvSpPr>
        <p:spPr>
          <a:xfrm>
            <a:off x="6355080" y="3163824"/>
            <a:ext cx="114300" cy="182880"/>
          </a:xfrm>
          <a:prstGeom prst="rect">
            <a:avLst/>
          </a:prstGeom>
          <a:solidFill>
            <a:srgbClr val="FF5C3E"/>
          </a:solidFill>
          <a:ln w="12700">
            <a:solidFill>
              <a:srgbClr val="FF5C3E"/>
            </a:solidFill>
            <a:prstDash val="solid"/>
          </a:ln>
        </p:spPr>
      </p:sp>
      <p:sp>
        <p:nvSpPr>
          <p:cNvPr id="87" name="rest-1-cell-45"/>
          <p:cNvSpPr/>
          <p:nvPr/>
        </p:nvSpPr>
        <p:spPr>
          <a:xfrm>
            <a:off x="6492240" y="3163824"/>
            <a:ext cx="114300" cy="182880"/>
          </a:xfrm>
          <a:prstGeom prst="rect">
            <a:avLst/>
          </a:prstGeom>
          <a:solidFill>
            <a:srgbClr val="FF5C3E"/>
          </a:solidFill>
          <a:ln w="12700">
            <a:solidFill>
              <a:srgbClr val="FF5C3E"/>
            </a:solidFill>
            <a:prstDash val="solid"/>
          </a:ln>
        </p:spPr>
      </p:sp>
      <p:sp>
        <p:nvSpPr>
          <p:cNvPr id="88" name="rest-1-cell-46"/>
          <p:cNvSpPr/>
          <p:nvPr/>
        </p:nvSpPr>
        <p:spPr>
          <a:xfrm>
            <a:off x="6629400" y="3163824"/>
            <a:ext cx="114300" cy="182880"/>
          </a:xfrm>
          <a:prstGeom prst="rect">
            <a:avLst/>
          </a:prstGeom>
          <a:solidFill>
            <a:srgbClr val="FF5C3E"/>
          </a:solidFill>
          <a:ln w="12700">
            <a:solidFill>
              <a:srgbClr val="FF5C3E"/>
            </a:solidFill>
            <a:prstDash val="solid"/>
          </a:ln>
        </p:spPr>
      </p:sp>
      <p:sp>
        <p:nvSpPr>
          <p:cNvPr id="89" name="rest-1-cell-47"/>
          <p:cNvSpPr/>
          <p:nvPr/>
        </p:nvSpPr>
        <p:spPr>
          <a:xfrm>
            <a:off x="6766560" y="3163824"/>
            <a:ext cx="114300" cy="182880"/>
          </a:xfrm>
          <a:prstGeom prst="rect">
            <a:avLst/>
          </a:prstGeom>
          <a:solidFill>
            <a:srgbClr val="FF5C3E"/>
          </a:solidFill>
          <a:ln w="12700">
            <a:solidFill>
              <a:srgbClr val="FF5C3E"/>
            </a:solidFill>
            <a:prstDash val="solid"/>
          </a:ln>
        </p:spPr>
      </p:sp>
      <p:sp>
        <p:nvSpPr>
          <p:cNvPr id="90" name="rest-1-cell-48"/>
          <p:cNvSpPr/>
          <p:nvPr/>
        </p:nvSpPr>
        <p:spPr>
          <a:xfrm>
            <a:off x="6903720" y="3163824"/>
            <a:ext cx="114300" cy="182880"/>
          </a:xfrm>
          <a:prstGeom prst="rect">
            <a:avLst/>
          </a:prstGeom>
          <a:solidFill>
            <a:srgbClr val="FF5C3E"/>
          </a:solidFill>
          <a:ln w="12700">
            <a:solidFill>
              <a:srgbClr val="FF5C3E"/>
            </a:solidFill>
            <a:prstDash val="solid"/>
          </a:ln>
        </p:spPr>
      </p:sp>
      <p:sp>
        <p:nvSpPr>
          <p:cNvPr id="91" name="rest-1-cell-49"/>
          <p:cNvSpPr/>
          <p:nvPr/>
        </p:nvSpPr>
        <p:spPr>
          <a:xfrm>
            <a:off x="7040880" y="3163824"/>
            <a:ext cx="114300" cy="182880"/>
          </a:xfrm>
          <a:prstGeom prst="rect">
            <a:avLst/>
          </a:prstGeom>
          <a:solidFill>
            <a:srgbClr val="FF5C3E"/>
          </a:solidFill>
          <a:ln w="12700">
            <a:solidFill>
              <a:srgbClr val="FF5C3E"/>
            </a:solidFill>
            <a:prstDash val="solid"/>
          </a:ln>
        </p:spPr>
      </p:sp>
      <p:sp>
        <p:nvSpPr>
          <p:cNvPr id="92" name="rest-1-cell-50"/>
          <p:cNvSpPr/>
          <p:nvPr/>
        </p:nvSpPr>
        <p:spPr>
          <a:xfrm>
            <a:off x="7178040" y="3163824"/>
            <a:ext cx="114300" cy="182880"/>
          </a:xfrm>
          <a:prstGeom prst="rect">
            <a:avLst/>
          </a:prstGeom>
          <a:solidFill>
            <a:srgbClr val="FF5C3E"/>
          </a:solidFill>
          <a:ln w="12700">
            <a:solidFill>
              <a:srgbClr val="FF5C3E"/>
            </a:solidFill>
            <a:prstDash val="solid"/>
          </a:ln>
        </p:spPr>
      </p:sp>
      <p:sp>
        <p:nvSpPr>
          <p:cNvPr id="93" name="rest-1-cell-51"/>
          <p:cNvSpPr/>
          <p:nvPr/>
        </p:nvSpPr>
        <p:spPr>
          <a:xfrm>
            <a:off x="7315200" y="3163824"/>
            <a:ext cx="114300" cy="182880"/>
          </a:xfrm>
          <a:prstGeom prst="rect">
            <a:avLst/>
          </a:prstGeom>
          <a:solidFill>
            <a:srgbClr val="FF5C3E"/>
          </a:solidFill>
          <a:ln w="12700">
            <a:solidFill>
              <a:srgbClr val="FF5C3E"/>
            </a:solidFill>
            <a:prstDash val="solid"/>
          </a:ln>
        </p:spPr>
      </p:sp>
      <p:sp>
        <p:nvSpPr>
          <p:cNvPr id="94" name="rest-1-cell-52"/>
          <p:cNvSpPr/>
          <p:nvPr/>
        </p:nvSpPr>
        <p:spPr>
          <a:xfrm>
            <a:off x="7452360" y="3163824"/>
            <a:ext cx="114300" cy="182880"/>
          </a:xfrm>
          <a:prstGeom prst="rect">
            <a:avLst/>
          </a:prstGeom>
          <a:solidFill>
            <a:srgbClr val="FF5C3E"/>
          </a:solidFill>
          <a:ln w="12700">
            <a:solidFill>
              <a:srgbClr val="FF5C3E"/>
            </a:solidFill>
            <a:prstDash val="solid"/>
          </a:ln>
        </p:spPr>
      </p:sp>
      <p:sp>
        <p:nvSpPr>
          <p:cNvPr id="95" name="rest-1-cell-53"/>
          <p:cNvSpPr/>
          <p:nvPr/>
        </p:nvSpPr>
        <p:spPr>
          <a:xfrm>
            <a:off x="7589520" y="3163824"/>
            <a:ext cx="114300" cy="182880"/>
          </a:xfrm>
          <a:prstGeom prst="rect">
            <a:avLst/>
          </a:prstGeom>
          <a:solidFill>
            <a:srgbClr val="FF5C3E"/>
          </a:solidFill>
          <a:ln w="12700">
            <a:solidFill>
              <a:srgbClr val="FF5C3E"/>
            </a:solidFill>
            <a:prstDash val="solid"/>
          </a:ln>
        </p:spPr>
      </p:sp>
      <p:sp>
        <p:nvSpPr>
          <p:cNvPr id="96" name="rest-1-cell-54"/>
          <p:cNvSpPr/>
          <p:nvPr/>
        </p:nvSpPr>
        <p:spPr>
          <a:xfrm>
            <a:off x="7726680" y="3163824"/>
            <a:ext cx="114300" cy="182880"/>
          </a:xfrm>
          <a:prstGeom prst="rect">
            <a:avLst/>
          </a:prstGeom>
          <a:solidFill>
            <a:srgbClr val="FF5C3E"/>
          </a:solidFill>
          <a:ln w="12700">
            <a:solidFill>
              <a:srgbClr val="FF5C3E"/>
            </a:solidFill>
            <a:prstDash val="solid"/>
          </a:ln>
        </p:spPr>
      </p:sp>
      <p:sp>
        <p:nvSpPr>
          <p:cNvPr id="97" name="rest-1-cell-55"/>
          <p:cNvSpPr/>
          <p:nvPr/>
        </p:nvSpPr>
        <p:spPr>
          <a:xfrm>
            <a:off x="7863840" y="3163824"/>
            <a:ext cx="114300" cy="182880"/>
          </a:xfrm>
          <a:prstGeom prst="rect">
            <a:avLst/>
          </a:prstGeom>
          <a:solidFill>
            <a:srgbClr val="FF5C3E"/>
          </a:solidFill>
          <a:ln w="12700">
            <a:solidFill>
              <a:srgbClr val="FF5C3E"/>
            </a:solidFill>
            <a:prstDash val="solid"/>
          </a:ln>
        </p:spPr>
      </p:sp>
      <p:sp>
        <p:nvSpPr>
          <p:cNvPr id="98" name="rest-1-cell-56"/>
          <p:cNvSpPr/>
          <p:nvPr/>
        </p:nvSpPr>
        <p:spPr>
          <a:xfrm>
            <a:off x="8001000" y="3163824"/>
            <a:ext cx="114300" cy="182880"/>
          </a:xfrm>
          <a:prstGeom prst="rect">
            <a:avLst/>
          </a:prstGeom>
          <a:solidFill>
            <a:srgbClr val="FF5C3E"/>
          </a:solidFill>
          <a:ln w="12700">
            <a:solidFill>
              <a:srgbClr val="FF5C3E"/>
            </a:solidFill>
            <a:prstDash val="solid"/>
          </a:ln>
        </p:spPr>
      </p:sp>
      <p:sp>
        <p:nvSpPr>
          <p:cNvPr id="99" name="rest-1-cell-57"/>
          <p:cNvSpPr/>
          <p:nvPr/>
        </p:nvSpPr>
        <p:spPr>
          <a:xfrm>
            <a:off x="8138160" y="3163824"/>
            <a:ext cx="114300" cy="182880"/>
          </a:xfrm>
          <a:prstGeom prst="rect">
            <a:avLst/>
          </a:prstGeom>
          <a:solidFill>
            <a:srgbClr val="FF5C3E"/>
          </a:solidFill>
          <a:ln w="12700">
            <a:solidFill>
              <a:srgbClr val="FF5C3E"/>
            </a:solidFill>
            <a:prstDash val="solid"/>
          </a:ln>
        </p:spPr>
      </p:sp>
      <p:sp>
        <p:nvSpPr>
          <p:cNvPr id="100" name="rest-1-cell-58"/>
          <p:cNvSpPr/>
          <p:nvPr/>
        </p:nvSpPr>
        <p:spPr>
          <a:xfrm>
            <a:off x="8275320" y="3163824"/>
            <a:ext cx="114300" cy="182880"/>
          </a:xfrm>
          <a:prstGeom prst="rect">
            <a:avLst/>
          </a:prstGeom>
          <a:solidFill>
            <a:srgbClr val="FF5C3E"/>
          </a:solidFill>
          <a:ln w="12700">
            <a:solidFill>
              <a:srgbClr val="FF5C3E"/>
            </a:solidFill>
            <a:prstDash val="solid"/>
          </a:ln>
        </p:spPr>
      </p:sp>
      <p:sp>
        <p:nvSpPr>
          <p:cNvPr id="101" name="rest-1-cell-59"/>
          <p:cNvSpPr/>
          <p:nvPr/>
        </p:nvSpPr>
        <p:spPr>
          <a:xfrm>
            <a:off x="8412480" y="3163824"/>
            <a:ext cx="114300" cy="182880"/>
          </a:xfrm>
          <a:prstGeom prst="rect">
            <a:avLst/>
          </a:prstGeom>
          <a:solidFill>
            <a:srgbClr val="FF5C3E"/>
          </a:solidFill>
          <a:ln w="12700">
            <a:solidFill>
              <a:srgbClr val="FF5C3E"/>
            </a:solidFill>
            <a:prstDash val="solid"/>
          </a:ln>
        </p:spPr>
      </p:sp>
      <p:sp>
        <p:nvSpPr>
          <p:cNvPr id="102" name="rest-1-cell-60"/>
          <p:cNvSpPr/>
          <p:nvPr/>
        </p:nvSpPr>
        <p:spPr>
          <a:xfrm>
            <a:off x="8549640" y="3163824"/>
            <a:ext cx="114300" cy="182880"/>
          </a:xfrm>
          <a:prstGeom prst="rect">
            <a:avLst/>
          </a:prstGeom>
          <a:solidFill>
            <a:srgbClr val="FF5C3E"/>
          </a:solidFill>
          <a:ln w="12700">
            <a:solidFill>
              <a:srgbClr val="FF5C3E"/>
            </a:solidFill>
            <a:prstDash val="solid"/>
          </a:ln>
        </p:spPr>
      </p:sp>
      <p:sp>
        <p:nvSpPr>
          <p:cNvPr id="103" name="rest-2-label"/>
          <p:cNvSpPr txBox="1"/>
          <p:nvPr/>
        </p:nvSpPr>
        <p:spPr>
          <a:xfrm>
            <a:off x="4572000" y="3547872"/>
            <a:ext cx="1828800" cy="237744"/>
          </a:xfrm>
          <a:prstGeom prst="rect">
            <a:avLst/>
          </a:prstGeom>
          <a:noFill/>
          <a:ln/>
        </p:spPr>
        <p:txBody>
          <a:bodyPr wrap="square" lIns="0" tIns="0" rIns="0" bIns="0" rtlCol="0" anchor="ctr"/>
          <a:lstStyle/>
          <a:p>
            <a:pPr indent="0" marL="0">
              <a:buNone/>
            </a:pPr>
            <a:r>
              <a:rPr lang="en-US" sz="1200" b="1" dirty="0">
                <a:solidFill>
                  <a:srgbClr val="101312"/>
                </a:solidFill>
                <a:latin typeface="Bahnschrift" pitchFamily="34" charset="0"/>
                <a:ea typeface="Bahnschrift" pitchFamily="34" charset="-122"/>
                <a:cs typeface="Bahnschrift" pitchFamily="34" charset="-120"/>
              </a:rPr>
              <a:t>Our agent</a:t>
            </a:r>
            <a:endParaRPr lang="en-US" sz="1200" dirty="0"/>
          </a:p>
        </p:txBody>
      </p:sp>
      <p:sp>
        <p:nvSpPr>
          <p:cNvPr id="104" name="rest-2-caption"/>
          <p:cNvSpPr txBox="1"/>
          <p:nvPr/>
        </p:nvSpPr>
        <p:spPr>
          <a:xfrm>
            <a:off x="6400800" y="3547872"/>
            <a:ext cx="2286000" cy="237744"/>
          </a:xfrm>
          <a:prstGeom prst="rect">
            <a:avLst/>
          </a:prstGeom>
          <a:noFill/>
          <a:ln/>
        </p:spPr>
        <p:txBody>
          <a:bodyPr wrap="square" lIns="0" tIns="0" rIns="0" bIns="0" rtlCol="0" anchor="ctr"/>
          <a:lstStyle/>
          <a:p>
            <a:pPr algn="r" indent="0" marL="0">
              <a:buNone/>
            </a:pPr>
            <a:r>
              <a:rPr lang="en-US" sz="1200" dirty="0">
                <a:solidFill>
                  <a:srgbClr val="3E4341"/>
                </a:solidFill>
                <a:latin typeface="Bahnschrift" pitchFamily="34" charset="0"/>
                <a:ea typeface="Bahnschrift" pitchFamily="34" charset="-122"/>
                <a:cs typeface="Bahnschrift" pitchFamily="34" charset="-120"/>
              </a:rPr>
              <a:t>6.5 resting · 17.23 points</a:t>
            </a:r>
            <a:endParaRPr lang="en-US" sz="1200" dirty="0"/>
          </a:p>
        </p:txBody>
      </p:sp>
      <p:sp>
        <p:nvSpPr>
          <p:cNvPr id="105" name="rest-2-cell-1"/>
          <p:cNvSpPr/>
          <p:nvPr/>
        </p:nvSpPr>
        <p:spPr>
          <a:xfrm>
            <a:off x="4572000" y="3840480"/>
            <a:ext cx="114300" cy="182880"/>
          </a:xfrm>
          <a:prstGeom prst="rect">
            <a:avLst/>
          </a:prstGeom>
          <a:solidFill>
            <a:srgbClr val="101312"/>
          </a:solidFill>
          <a:ln w="12700">
            <a:solidFill>
              <a:srgbClr val="101312"/>
            </a:solidFill>
            <a:prstDash val="solid"/>
          </a:ln>
        </p:spPr>
      </p:sp>
      <p:sp>
        <p:nvSpPr>
          <p:cNvPr id="106" name="rest-2-cell-2"/>
          <p:cNvSpPr/>
          <p:nvPr/>
        </p:nvSpPr>
        <p:spPr>
          <a:xfrm>
            <a:off x="4709160" y="3840480"/>
            <a:ext cx="114300" cy="182880"/>
          </a:xfrm>
          <a:prstGeom prst="rect">
            <a:avLst/>
          </a:prstGeom>
          <a:solidFill>
            <a:srgbClr val="101312"/>
          </a:solidFill>
          <a:ln w="12700">
            <a:solidFill>
              <a:srgbClr val="101312"/>
            </a:solidFill>
            <a:prstDash val="solid"/>
          </a:ln>
        </p:spPr>
      </p:sp>
      <p:sp>
        <p:nvSpPr>
          <p:cNvPr id="107" name="rest-2-cell-3"/>
          <p:cNvSpPr/>
          <p:nvPr/>
        </p:nvSpPr>
        <p:spPr>
          <a:xfrm>
            <a:off x="4846320" y="3840480"/>
            <a:ext cx="114300" cy="182880"/>
          </a:xfrm>
          <a:prstGeom prst="rect">
            <a:avLst/>
          </a:prstGeom>
          <a:solidFill>
            <a:srgbClr val="101312"/>
          </a:solidFill>
          <a:ln w="12700">
            <a:solidFill>
              <a:srgbClr val="101312"/>
            </a:solidFill>
            <a:prstDash val="solid"/>
          </a:ln>
        </p:spPr>
      </p:sp>
      <p:sp>
        <p:nvSpPr>
          <p:cNvPr id="108" name="rest-2-cell-4"/>
          <p:cNvSpPr/>
          <p:nvPr/>
        </p:nvSpPr>
        <p:spPr>
          <a:xfrm>
            <a:off x="4983480" y="3840480"/>
            <a:ext cx="114300" cy="182880"/>
          </a:xfrm>
          <a:prstGeom prst="rect">
            <a:avLst/>
          </a:prstGeom>
          <a:solidFill>
            <a:srgbClr val="101312"/>
          </a:solidFill>
          <a:ln w="12700">
            <a:solidFill>
              <a:srgbClr val="101312"/>
            </a:solidFill>
            <a:prstDash val="solid"/>
          </a:ln>
        </p:spPr>
      </p:sp>
      <p:sp>
        <p:nvSpPr>
          <p:cNvPr id="109" name="rest-2-cell-5"/>
          <p:cNvSpPr/>
          <p:nvPr/>
        </p:nvSpPr>
        <p:spPr>
          <a:xfrm>
            <a:off x="5120640" y="3840480"/>
            <a:ext cx="114300" cy="182880"/>
          </a:xfrm>
          <a:prstGeom prst="rect">
            <a:avLst/>
          </a:prstGeom>
          <a:solidFill>
            <a:srgbClr val="101312"/>
          </a:solidFill>
          <a:ln w="12700">
            <a:solidFill>
              <a:srgbClr val="101312"/>
            </a:solidFill>
            <a:prstDash val="solid"/>
          </a:ln>
        </p:spPr>
      </p:sp>
      <p:sp>
        <p:nvSpPr>
          <p:cNvPr id="110" name="rest-2-cell-6"/>
          <p:cNvSpPr/>
          <p:nvPr/>
        </p:nvSpPr>
        <p:spPr>
          <a:xfrm>
            <a:off x="5257800" y="3840480"/>
            <a:ext cx="114300" cy="182880"/>
          </a:xfrm>
          <a:prstGeom prst="rect">
            <a:avLst/>
          </a:prstGeom>
          <a:solidFill>
            <a:srgbClr val="101312"/>
          </a:solidFill>
          <a:ln w="12700">
            <a:solidFill>
              <a:srgbClr val="101312"/>
            </a:solidFill>
            <a:prstDash val="solid"/>
          </a:ln>
        </p:spPr>
      </p:sp>
      <p:sp>
        <p:nvSpPr>
          <p:cNvPr id="111" name="rest-2-cell-7"/>
          <p:cNvSpPr/>
          <p:nvPr/>
        </p:nvSpPr>
        <p:spPr>
          <a:xfrm>
            <a:off x="5394960" y="3840480"/>
            <a:ext cx="114300" cy="182880"/>
          </a:xfrm>
          <a:prstGeom prst="rect">
            <a:avLst/>
          </a:prstGeom>
          <a:solidFill>
            <a:srgbClr val="101312"/>
          </a:solidFill>
          <a:ln w="12700">
            <a:solidFill>
              <a:srgbClr val="101312"/>
            </a:solidFill>
            <a:prstDash val="solid"/>
          </a:ln>
        </p:spPr>
      </p:sp>
      <p:sp>
        <p:nvSpPr>
          <p:cNvPr id="112" name="rest-2-cell-8"/>
          <p:cNvSpPr/>
          <p:nvPr/>
        </p:nvSpPr>
        <p:spPr>
          <a:xfrm>
            <a:off x="5532120" y="3840480"/>
            <a:ext cx="114300" cy="182880"/>
          </a:xfrm>
          <a:prstGeom prst="rect">
            <a:avLst/>
          </a:prstGeom>
          <a:solidFill>
            <a:srgbClr val="101312"/>
          </a:solidFill>
          <a:ln w="12700">
            <a:solidFill>
              <a:srgbClr val="101312"/>
            </a:solidFill>
            <a:prstDash val="solid"/>
          </a:ln>
        </p:spPr>
      </p:sp>
      <p:sp>
        <p:nvSpPr>
          <p:cNvPr id="113" name="rest-2-cell-9"/>
          <p:cNvSpPr/>
          <p:nvPr/>
        </p:nvSpPr>
        <p:spPr>
          <a:xfrm>
            <a:off x="5669280" y="3840480"/>
            <a:ext cx="114300" cy="182880"/>
          </a:xfrm>
          <a:prstGeom prst="rect">
            <a:avLst/>
          </a:prstGeom>
          <a:solidFill>
            <a:srgbClr val="101312"/>
          </a:solidFill>
          <a:ln w="12700">
            <a:solidFill>
              <a:srgbClr val="101312"/>
            </a:solidFill>
            <a:prstDash val="solid"/>
          </a:ln>
        </p:spPr>
      </p:sp>
      <p:sp>
        <p:nvSpPr>
          <p:cNvPr id="114" name="rest-2-cell-10"/>
          <p:cNvSpPr/>
          <p:nvPr/>
        </p:nvSpPr>
        <p:spPr>
          <a:xfrm>
            <a:off x="5806440" y="3840480"/>
            <a:ext cx="114300" cy="182880"/>
          </a:xfrm>
          <a:prstGeom prst="rect">
            <a:avLst/>
          </a:prstGeom>
          <a:solidFill>
            <a:srgbClr val="101312"/>
          </a:solidFill>
          <a:ln w="12700">
            <a:solidFill>
              <a:srgbClr val="101312"/>
            </a:solidFill>
            <a:prstDash val="solid"/>
          </a:ln>
        </p:spPr>
      </p:sp>
      <p:sp>
        <p:nvSpPr>
          <p:cNvPr id="115" name="rest-2-cell-11"/>
          <p:cNvSpPr/>
          <p:nvPr/>
        </p:nvSpPr>
        <p:spPr>
          <a:xfrm>
            <a:off x="5943600" y="3840480"/>
            <a:ext cx="114300" cy="182880"/>
          </a:xfrm>
          <a:prstGeom prst="rect">
            <a:avLst/>
          </a:prstGeom>
          <a:solidFill>
            <a:srgbClr val="101312"/>
          </a:solidFill>
          <a:ln w="12700">
            <a:solidFill>
              <a:srgbClr val="101312"/>
            </a:solidFill>
            <a:prstDash val="solid"/>
          </a:ln>
        </p:spPr>
      </p:sp>
      <p:sp>
        <p:nvSpPr>
          <p:cNvPr id="116" name="rest-2-cell-12"/>
          <p:cNvSpPr/>
          <p:nvPr/>
        </p:nvSpPr>
        <p:spPr>
          <a:xfrm>
            <a:off x="6080760" y="3840480"/>
            <a:ext cx="114300" cy="182880"/>
          </a:xfrm>
          <a:prstGeom prst="rect">
            <a:avLst/>
          </a:prstGeom>
          <a:solidFill>
            <a:srgbClr val="101312"/>
          </a:solidFill>
          <a:ln w="12700">
            <a:solidFill>
              <a:srgbClr val="101312"/>
            </a:solidFill>
            <a:prstDash val="solid"/>
          </a:ln>
        </p:spPr>
      </p:sp>
      <p:sp>
        <p:nvSpPr>
          <p:cNvPr id="117" name="rest-2-cell-13"/>
          <p:cNvSpPr/>
          <p:nvPr/>
        </p:nvSpPr>
        <p:spPr>
          <a:xfrm>
            <a:off x="6217920" y="3840480"/>
            <a:ext cx="114300" cy="182880"/>
          </a:xfrm>
          <a:prstGeom prst="rect">
            <a:avLst/>
          </a:prstGeom>
          <a:solidFill>
            <a:srgbClr val="101312"/>
          </a:solidFill>
          <a:ln w="12700">
            <a:solidFill>
              <a:srgbClr val="101312"/>
            </a:solidFill>
            <a:prstDash val="solid"/>
          </a:ln>
        </p:spPr>
      </p:sp>
      <p:sp>
        <p:nvSpPr>
          <p:cNvPr id="118" name="rest-2-cell-14"/>
          <p:cNvSpPr/>
          <p:nvPr/>
        </p:nvSpPr>
        <p:spPr>
          <a:xfrm>
            <a:off x="6355080" y="3840480"/>
            <a:ext cx="114300" cy="182880"/>
          </a:xfrm>
          <a:prstGeom prst="rect">
            <a:avLst/>
          </a:prstGeom>
          <a:solidFill>
            <a:srgbClr val="101312"/>
          </a:solidFill>
          <a:ln w="12700">
            <a:solidFill>
              <a:srgbClr val="101312"/>
            </a:solidFill>
            <a:prstDash val="solid"/>
          </a:ln>
        </p:spPr>
      </p:sp>
      <p:sp>
        <p:nvSpPr>
          <p:cNvPr id="119" name="rest-2-cell-15"/>
          <p:cNvSpPr/>
          <p:nvPr/>
        </p:nvSpPr>
        <p:spPr>
          <a:xfrm>
            <a:off x="6492240" y="3840480"/>
            <a:ext cx="114300" cy="182880"/>
          </a:xfrm>
          <a:prstGeom prst="rect">
            <a:avLst/>
          </a:prstGeom>
          <a:solidFill>
            <a:srgbClr val="101312"/>
          </a:solidFill>
          <a:ln w="12700">
            <a:solidFill>
              <a:srgbClr val="101312"/>
            </a:solidFill>
            <a:prstDash val="solid"/>
          </a:ln>
        </p:spPr>
      </p:sp>
      <p:sp>
        <p:nvSpPr>
          <p:cNvPr id="120" name="rest-2-cell-16"/>
          <p:cNvSpPr/>
          <p:nvPr/>
        </p:nvSpPr>
        <p:spPr>
          <a:xfrm>
            <a:off x="6629400" y="3840480"/>
            <a:ext cx="114300" cy="182880"/>
          </a:xfrm>
          <a:prstGeom prst="rect">
            <a:avLst/>
          </a:prstGeom>
          <a:solidFill>
            <a:srgbClr val="101312"/>
          </a:solidFill>
          <a:ln w="12700">
            <a:solidFill>
              <a:srgbClr val="101312"/>
            </a:solidFill>
            <a:prstDash val="solid"/>
          </a:ln>
        </p:spPr>
      </p:sp>
      <p:sp>
        <p:nvSpPr>
          <p:cNvPr id="121" name="rest-2-cell-17"/>
          <p:cNvSpPr/>
          <p:nvPr/>
        </p:nvSpPr>
        <p:spPr>
          <a:xfrm>
            <a:off x="6766560" y="3840480"/>
            <a:ext cx="114300" cy="182880"/>
          </a:xfrm>
          <a:prstGeom prst="rect">
            <a:avLst/>
          </a:prstGeom>
          <a:solidFill>
            <a:srgbClr val="101312"/>
          </a:solidFill>
          <a:ln w="12700">
            <a:solidFill>
              <a:srgbClr val="101312"/>
            </a:solidFill>
            <a:prstDash val="solid"/>
          </a:ln>
        </p:spPr>
      </p:sp>
      <p:sp>
        <p:nvSpPr>
          <p:cNvPr id="122" name="rest-2-cell-18"/>
          <p:cNvSpPr/>
          <p:nvPr/>
        </p:nvSpPr>
        <p:spPr>
          <a:xfrm>
            <a:off x="6903720" y="3840480"/>
            <a:ext cx="114300" cy="182880"/>
          </a:xfrm>
          <a:prstGeom prst="rect">
            <a:avLst/>
          </a:prstGeom>
          <a:solidFill>
            <a:srgbClr val="101312"/>
          </a:solidFill>
          <a:ln w="12700">
            <a:solidFill>
              <a:srgbClr val="101312"/>
            </a:solidFill>
            <a:prstDash val="solid"/>
          </a:ln>
        </p:spPr>
      </p:sp>
      <p:sp>
        <p:nvSpPr>
          <p:cNvPr id="123" name="rest-2-cell-19"/>
          <p:cNvSpPr/>
          <p:nvPr/>
        </p:nvSpPr>
        <p:spPr>
          <a:xfrm>
            <a:off x="7040880" y="3840480"/>
            <a:ext cx="114300" cy="182880"/>
          </a:xfrm>
          <a:prstGeom prst="rect">
            <a:avLst/>
          </a:prstGeom>
          <a:solidFill>
            <a:srgbClr val="101312"/>
          </a:solidFill>
          <a:ln w="12700">
            <a:solidFill>
              <a:srgbClr val="101312"/>
            </a:solidFill>
            <a:prstDash val="solid"/>
          </a:ln>
        </p:spPr>
      </p:sp>
      <p:sp>
        <p:nvSpPr>
          <p:cNvPr id="124" name="rest-2-cell-20"/>
          <p:cNvSpPr/>
          <p:nvPr/>
        </p:nvSpPr>
        <p:spPr>
          <a:xfrm>
            <a:off x="7178040" y="3840480"/>
            <a:ext cx="114300" cy="182880"/>
          </a:xfrm>
          <a:prstGeom prst="rect">
            <a:avLst/>
          </a:prstGeom>
          <a:solidFill>
            <a:srgbClr val="101312"/>
          </a:solidFill>
          <a:ln w="12700">
            <a:solidFill>
              <a:srgbClr val="101312"/>
            </a:solidFill>
            <a:prstDash val="solid"/>
          </a:ln>
        </p:spPr>
      </p:sp>
      <p:sp>
        <p:nvSpPr>
          <p:cNvPr id="125" name="rest-2-cell-21"/>
          <p:cNvSpPr/>
          <p:nvPr/>
        </p:nvSpPr>
        <p:spPr>
          <a:xfrm>
            <a:off x="7315200" y="3840480"/>
            <a:ext cx="114300" cy="182880"/>
          </a:xfrm>
          <a:prstGeom prst="rect">
            <a:avLst/>
          </a:prstGeom>
          <a:solidFill>
            <a:srgbClr val="101312"/>
          </a:solidFill>
          <a:ln w="12700">
            <a:solidFill>
              <a:srgbClr val="101312"/>
            </a:solidFill>
            <a:prstDash val="solid"/>
          </a:ln>
        </p:spPr>
      </p:sp>
      <p:sp>
        <p:nvSpPr>
          <p:cNvPr id="126" name="rest-2-cell-22"/>
          <p:cNvSpPr/>
          <p:nvPr/>
        </p:nvSpPr>
        <p:spPr>
          <a:xfrm>
            <a:off x="7452360" y="3840480"/>
            <a:ext cx="114300" cy="182880"/>
          </a:xfrm>
          <a:prstGeom prst="rect">
            <a:avLst/>
          </a:prstGeom>
          <a:solidFill>
            <a:srgbClr val="101312"/>
          </a:solidFill>
          <a:ln w="12700">
            <a:solidFill>
              <a:srgbClr val="101312"/>
            </a:solidFill>
            <a:prstDash val="solid"/>
          </a:ln>
        </p:spPr>
      </p:sp>
      <p:sp>
        <p:nvSpPr>
          <p:cNvPr id="127" name="rest-2-cell-23"/>
          <p:cNvSpPr/>
          <p:nvPr/>
        </p:nvSpPr>
        <p:spPr>
          <a:xfrm>
            <a:off x="7589520" y="3840480"/>
            <a:ext cx="114300" cy="182880"/>
          </a:xfrm>
          <a:prstGeom prst="rect">
            <a:avLst/>
          </a:prstGeom>
          <a:solidFill>
            <a:srgbClr val="101312"/>
          </a:solidFill>
          <a:ln w="12700">
            <a:solidFill>
              <a:srgbClr val="101312"/>
            </a:solidFill>
            <a:prstDash val="solid"/>
          </a:ln>
        </p:spPr>
      </p:sp>
      <p:sp>
        <p:nvSpPr>
          <p:cNvPr id="128" name="rest-2-cell-24"/>
          <p:cNvSpPr/>
          <p:nvPr/>
        </p:nvSpPr>
        <p:spPr>
          <a:xfrm>
            <a:off x="7726680" y="3840480"/>
            <a:ext cx="114300" cy="182880"/>
          </a:xfrm>
          <a:prstGeom prst="rect">
            <a:avLst/>
          </a:prstGeom>
          <a:solidFill>
            <a:srgbClr val="101312"/>
          </a:solidFill>
          <a:ln w="12700">
            <a:solidFill>
              <a:srgbClr val="101312"/>
            </a:solidFill>
            <a:prstDash val="solid"/>
          </a:ln>
        </p:spPr>
      </p:sp>
      <p:sp>
        <p:nvSpPr>
          <p:cNvPr id="129" name="rest-2-cell-25"/>
          <p:cNvSpPr/>
          <p:nvPr/>
        </p:nvSpPr>
        <p:spPr>
          <a:xfrm>
            <a:off x="7863840" y="3840480"/>
            <a:ext cx="114300" cy="182880"/>
          </a:xfrm>
          <a:prstGeom prst="rect">
            <a:avLst/>
          </a:prstGeom>
          <a:solidFill>
            <a:srgbClr val="101312"/>
          </a:solidFill>
          <a:ln w="12700">
            <a:solidFill>
              <a:srgbClr val="101312"/>
            </a:solidFill>
            <a:prstDash val="solid"/>
          </a:ln>
        </p:spPr>
      </p:sp>
      <p:sp>
        <p:nvSpPr>
          <p:cNvPr id="130" name="rest-2-cell-26"/>
          <p:cNvSpPr/>
          <p:nvPr/>
        </p:nvSpPr>
        <p:spPr>
          <a:xfrm>
            <a:off x="8001000" y="3840480"/>
            <a:ext cx="114300" cy="182880"/>
          </a:xfrm>
          <a:prstGeom prst="rect">
            <a:avLst/>
          </a:prstGeom>
          <a:solidFill>
            <a:srgbClr val="101312"/>
          </a:solidFill>
          <a:ln w="12700">
            <a:solidFill>
              <a:srgbClr val="101312"/>
            </a:solidFill>
            <a:prstDash val="solid"/>
          </a:ln>
        </p:spPr>
      </p:sp>
      <p:sp>
        <p:nvSpPr>
          <p:cNvPr id="131" name="rest-2-cell-27"/>
          <p:cNvSpPr/>
          <p:nvPr/>
        </p:nvSpPr>
        <p:spPr>
          <a:xfrm>
            <a:off x="8138160" y="3840480"/>
            <a:ext cx="114300" cy="182880"/>
          </a:xfrm>
          <a:prstGeom prst="rect">
            <a:avLst/>
          </a:prstGeom>
          <a:solidFill>
            <a:srgbClr val="101312"/>
          </a:solidFill>
          <a:ln w="12700">
            <a:solidFill>
              <a:srgbClr val="101312"/>
            </a:solidFill>
            <a:prstDash val="solid"/>
          </a:ln>
        </p:spPr>
      </p:sp>
      <p:sp>
        <p:nvSpPr>
          <p:cNvPr id="132" name="rest-2-cell-28"/>
          <p:cNvSpPr/>
          <p:nvPr/>
        </p:nvSpPr>
        <p:spPr>
          <a:xfrm>
            <a:off x="8275320" y="3840480"/>
            <a:ext cx="114300" cy="182880"/>
          </a:xfrm>
          <a:prstGeom prst="rect">
            <a:avLst/>
          </a:prstGeom>
          <a:solidFill>
            <a:srgbClr val="101312"/>
          </a:solidFill>
          <a:ln w="12700">
            <a:solidFill>
              <a:srgbClr val="101312"/>
            </a:solidFill>
            <a:prstDash val="solid"/>
          </a:ln>
        </p:spPr>
      </p:sp>
      <p:sp>
        <p:nvSpPr>
          <p:cNvPr id="133" name="rest-2-cell-29"/>
          <p:cNvSpPr/>
          <p:nvPr/>
        </p:nvSpPr>
        <p:spPr>
          <a:xfrm>
            <a:off x="8412480" y="3840480"/>
            <a:ext cx="114300" cy="182880"/>
          </a:xfrm>
          <a:prstGeom prst="rect">
            <a:avLst/>
          </a:prstGeom>
          <a:solidFill>
            <a:srgbClr val="101312"/>
          </a:solidFill>
          <a:ln w="12700">
            <a:solidFill>
              <a:srgbClr val="101312"/>
            </a:solidFill>
            <a:prstDash val="solid"/>
          </a:ln>
        </p:spPr>
      </p:sp>
      <p:sp>
        <p:nvSpPr>
          <p:cNvPr id="134" name="rest-2-cell-30"/>
          <p:cNvSpPr/>
          <p:nvPr/>
        </p:nvSpPr>
        <p:spPr>
          <a:xfrm>
            <a:off x="8549640" y="3840480"/>
            <a:ext cx="114300" cy="182880"/>
          </a:xfrm>
          <a:prstGeom prst="rect">
            <a:avLst/>
          </a:prstGeom>
          <a:solidFill>
            <a:srgbClr val="101312"/>
          </a:solidFill>
          <a:ln w="12700">
            <a:solidFill>
              <a:srgbClr val="101312"/>
            </a:solidFill>
            <a:prstDash val="solid"/>
          </a:ln>
        </p:spPr>
      </p:sp>
      <p:sp>
        <p:nvSpPr>
          <p:cNvPr id="135" name="rest-2-cell-31"/>
          <p:cNvSpPr/>
          <p:nvPr/>
        </p:nvSpPr>
        <p:spPr>
          <a:xfrm>
            <a:off x="4572000" y="4059936"/>
            <a:ext cx="114300" cy="182880"/>
          </a:xfrm>
          <a:prstGeom prst="rect">
            <a:avLst/>
          </a:prstGeom>
          <a:solidFill>
            <a:srgbClr val="101312"/>
          </a:solidFill>
          <a:ln w="12700">
            <a:solidFill>
              <a:srgbClr val="101312"/>
            </a:solidFill>
            <a:prstDash val="solid"/>
          </a:ln>
        </p:spPr>
      </p:sp>
      <p:sp>
        <p:nvSpPr>
          <p:cNvPr id="136" name="rest-2-cell-32"/>
          <p:cNvSpPr/>
          <p:nvPr/>
        </p:nvSpPr>
        <p:spPr>
          <a:xfrm>
            <a:off x="4709160" y="4059936"/>
            <a:ext cx="114300" cy="182880"/>
          </a:xfrm>
          <a:prstGeom prst="rect">
            <a:avLst/>
          </a:prstGeom>
          <a:solidFill>
            <a:srgbClr val="101312"/>
          </a:solidFill>
          <a:ln w="12700">
            <a:solidFill>
              <a:srgbClr val="101312"/>
            </a:solidFill>
            <a:prstDash val="solid"/>
          </a:ln>
        </p:spPr>
      </p:sp>
      <p:sp>
        <p:nvSpPr>
          <p:cNvPr id="137" name="rest-2-cell-33"/>
          <p:cNvSpPr/>
          <p:nvPr/>
        </p:nvSpPr>
        <p:spPr>
          <a:xfrm>
            <a:off x="4846320" y="4059936"/>
            <a:ext cx="114300" cy="182880"/>
          </a:xfrm>
          <a:prstGeom prst="rect">
            <a:avLst/>
          </a:prstGeom>
          <a:solidFill>
            <a:srgbClr val="101312"/>
          </a:solidFill>
          <a:ln w="12700">
            <a:solidFill>
              <a:srgbClr val="101312"/>
            </a:solidFill>
            <a:prstDash val="solid"/>
          </a:ln>
        </p:spPr>
      </p:sp>
      <p:sp>
        <p:nvSpPr>
          <p:cNvPr id="138" name="rest-2-cell-34"/>
          <p:cNvSpPr/>
          <p:nvPr/>
        </p:nvSpPr>
        <p:spPr>
          <a:xfrm>
            <a:off x="4983480" y="4059936"/>
            <a:ext cx="114300" cy="182880"/>
          </a:xfrm>
          <a:prstGeom prst="rect">
            <a:avLst/>
          </a:prstGeom>
          <a:solidFill>
            <a:srgbClr val="101312"/>
          </a:solidFill>
          <a:ln w="12700">
            <a:solidFill>
              <a:srgbClr val="101312"/>
            </a:solidFill>
            <a:prstDash val="solid"/>
          </a:ln>
        </p:spPr>
      </p:sp>
      <p:sp>
        <p:nvSpPr>
          <p:cNvPr id="139" name="rest-2-cell-35"/>
          <p:cNvSpPr/>
          <p:nvPr/>
        </p:nvSpPr>
        <p:spPr>
          <a:xfrm>
            <a:off x="5120640" y="4059936"/>
            <a:ext cx="114300" cy="182880"/>
          </a:xfrm>
          <a:prstGeom prst="rect">
            <a:avLst/>
          </a:prstGeom>
          <a:solidFill>
            <a:srgbClr val="101312"/>
          </a:solidFill>
          <a:ln w="12700">
            <a:solidFill>
              <a:srgbClr val="101312"/>
            </a:solidFill>
            <a:prstDash val="solid"/>
          </a:ln>
        </p:spPr>
      </p:sp>
      <p:sp>
        <p:nvSpPr>
          <p:cNvPr id="140" name="rest-2-cell-36"/>
          <p:cNvSpPr/>
          <p:nvPr/>
        </p:nvSpPr>
        <p:spPr>
          <a:xfrm>
            <a:off x="5257800" y="4059936"/>
            <a:ext cx="114300" cy="182880"/>
          </a:xfrm>
          <a:prstGeom prst="rect">
            <a:avLst/>
          </a:prstGeom>
          <a:solidFill>
            <a:srgbClr val="101312"/>
          </a:solidFill>
          <a:ln w="12700">
            <a:solidFill>
              <a:srgbClr val="101312"/>
            </a:solidFill>
            <a:prstDash val="solid"/>
          </a:ln>
        </p:spPr>
      </p:sp>
      <p:sp>
        <p:nvSpPr>
          <p:cNvPr id="141" name="rest-2-cell-37"/>
          <p:cNvSpPr/>
          <p:nvPr/>
        </p:nvSpPr>
        <p:spPr>
          <a:xfrm>
            <a:off x="5394960" y="4059936"/>
            <a:ext cx="114300" cy="182880"/>
          </a:xfrm>
          <a:prstGeom prst="rect">
            <a:avLst/>
          </a:prstGeom>
          <a:solidFill>
            <a:srgbClr val="101312"/>
          </a:solidFill>
          <a:ln w="12700">
            <a:solidFill>
              <a:srgbClr val="101312"/>
            </a:solidFill>
            <a:prstDash val="solid"/>
          </a:ln>
        </p:spPr>
      </p:sp>
      <p:sp>
        <p:nvSpPr>
          <p:cNvPr id="142" name="rest-2-cell-38"/>
          <p:cNvSpPr/>
          <p:nvPr/>
        </p:nvSpPr>
        <p:spPr>
          <a:xfrm>
            <a:off x="5532120" y="4059936"/>
            <a:ext cx="114300" cy="182880"/>
          </a:xfrm>
          <a:prstGeom prst="rect">
            <a:avLst/>
          </a:prstGeom>
          <a:solidFill>
            <a:srgbClr val="101312"/>
          </a:solidFill>
          <a:ln w="12700">
            <a:solidFill>
              <a:srgbClr val="101312"/>
            </a:solidFill>
            <a:prstDash val="solid"/>
          </a:ln>
        </p:spPr>
      </p:sp>
      <p:sp>
        <p:nvSpPr>
          <p:cNvPr id="143" name="rest-2-cell-39"/>
          <p:cNvSpPr/>
          <p:nvPr/>
        </p:nvSpPr>
        <p:spPr>
          <a:xfrm>
            <a:off x="5669280" y="4059936"/>
            <a:ext cx="114300" cy="182880"/>
          </a:xfrm>
          <a:prstGeom prst="rect">
            <a:avLst/>
          </a:prstGeom>
          <a:solidFill>
            <a:srgbClr val="101312"/>
          </a:solidFill>
          <a:ln w="12700">
            <a:solidFill>
              <a:srgbClr val="101312"/>
            </a:solidFill>
            <a:prstDash val="solid"/>
          </a:ln>
        </p:spPr>
      </p:sp>
      <p:sp>
        <p:nvSpPr>
          <p:cNvPr id="144" name="rest-2-cell-40"/>
          <p:cNvSpPr/>
          <p:nvPr/>
        </p:nvSpPr>
        <p:spPr>
          <a:xfrm>
            <a:off x="5806440" y="4059936"/>
            <a:ext cx="114300" cy="182880"/>
          </a:xfrm>
          <a:prstGeom prst="rect">
            <a:avLst/>
          </a:prstGeom>
          <a:solidFill>
            <a:srgbClr val="101312"/>
          </a:solidFill>
          <a:ln w="12700">
            <a:solidFill>
              <a:srgbClr val="101312"/>
            </a:solidFill>
            <a:prstDash val="solid"/>
          </a:ln>
        </p:spPr>
      </p:sp>
      <p:sp>
        <p:nvSpPr>
          <p:cNvPr id="145" name="rest-2-cell-41"/>
          <p:cNvSpPr/>
          <p:nvPr/>
        </p:nvSpPr>
        <p:spPr>
          <a:xfrm>
            <a:off x="5943600" y="4059936"/>
            <a:ext cx="114300" cy="182880"/>
          </a:xfrm>
          <a:prstGeom prst="rect">
            <a:avLst/>
          </a:prstGeom>
          <a:solidFill>
            <a:srgbClr val="101312"/>
          </a:solidFill>
          <a:ln w="12700">
            <a:solidFill>
              <a:srgbClr val="101312"/>
            </a:solidFill>
            <a:prstDash val="solid"/>
          </a:ln>
        </p:spPr>
      </p:sp>
      <p:sp>
        <p:nvSpPr>
          <p:cNvPr id="146" name="rest-2-cell-42"/>
          <p:cNvSpPr/>
          <p:nvPr/>
        </p:nvSpPr>
        <p:spPr>
          <a:xfrm>
            <a:off x="6080760" y="4059936"/>
            <a:ext cx="114300" cy="182880"/>
          </a:xfrm>
          <a:prstGeom prst="rect">
            <a:avLst/>
          </a:prstGeom>
          <a:solidFill>
            <a:srgbClr val="101312"/>
          </a:solidFill>
          <a:ln w="12700">
            <a:solidFill>
              <a:srgbClr val="101312"/>
            </a:solidFill>
            <a:prstDash val="solid"/>
          </a:ln>
        </p:spPr>
      </p:sp>
      <p:sp>
        <p:nvSpPr>
          <p:cNvPr id="147" name="rest-2-cell-43"/>
          <p:cNvSpPr/>
          <p:nvPr/>
        </p:nvSpPr>
        <p:spPr>
          <a:xfrm>
            <a:off x="6217920" y="4059936"/>
            <a:ext cx="114300" cy="182880"/>
          </a:xfrm>
          <a:prstGeom prst="rect">
            <a:avLst/>
          </a:prstGeom>
          <a:solidFill>
            <a:srgbClr val="101312"/>
          </a:solidFill>
          <a:ln w="12700">
            <a:solidFill>
              <a:srgbClr val="101312"/>
            </a:solidFill>
            <a:prstDash val="solid"/>
          </a:ln>
        </p:spPr>
      </p:sp>
      <p:sp>
        <p:nvSpPr>
          <p:cNvPr id="148" name="rest-2-cell-44"/>
          <p:cNvSpPr/>
          <p:nvPr/>
        </p:nvSpPr>
        <p:spPr>
          <a:xfrm>
            <a:off x="6355080" y="4059936"/>
            <a:ext cx="114300" cy="182880"/>
          </a:xfrm>
          <a:prstGeom prst="rect">
            <a:avLst/>
          </a:prstGeom>
          <a:solidFill>
            <a:srgbClr val="101312"/>
          </a:solidFill>
          <a:ln w="12700">
            <a:solidFill>
              <a:srgbClr val="101312"/>
            </a:solidFill>
            <a:prstDash val="solid"/>
          </a:ln>
        </p:spPr>
      </p:sp>
      <p:sp>
        <p:nvSpPr>
          <p:cNvPr id="149" name="rest-2-cell-45"/>
          <p:cNvSpPr/>
          <p:nvPr/>
        </p:nvSpPr>
        <p:spPr>
          <a:xfrm>
            <a:off x="6492240" y="4059936"/>
            <a:ext cx="114300" cy="182880"/>
          </a:xfrm>
          <a:prstGeom prst="rect">
            <a:avLst/>
          </a:prstGeom>
          <a:solidFill>
            <a:srgbClr val="101312"/>
          </a:solidFill>
          <a:ln w="12700">
            <a:solidFill>
              <a:srgbClr val="101312"/>
            </a:solidFill>
            <a:prstDash val="solid"/>
          </a:ln>
        </p:spPr>
      </p:sp>
      <p:sp>
        <p:nvSpPr>
          <p:cNvPr id="150" name="rest-2-cell-46"/>
          <p:cNvSpPr/>
          <p:nvPr/>
        </p:nvSpPr>
        <p:spPr>
          <a:xfrm>
            <a:off x="6629400" y="4059936"/>
            <a:ext cx="114300" cy="182880"/>
          </a:xfrm>
          <a:prstGeom prst="rect">
            <a:avLst/>
          </a:prstGeom>
          <a:solidFill>
            <a:srgbClr val="101312"/>
          </a:solidFill>
          <a:ln w="12700">
            <a:solidFill>
              <a:srgbClr val="101312"/>
            </a:solidFill>
            <a:prstDash val="solid"/>
          </a:ln>
        </p:spPr>
      </p:sp>
      <p:sp>
        <p:nvSpPr>
          <p:cNvPr id="151" name="rest-2-cell-47"/>
          <p:cNvSpPr/>
          <p:nvPr/>
        </p:nvSpPr>
        <p:spPr>
          <a:xfrm>
            <a:off x="6766560" y="4059936"/>
            <a:ext cx="114300" cy="182880"/>
          </a:xfrm>
          <a:prstGeom prst="rect">
            <a:avLst/>
          </a:prstGeom>
          <a:solidFill>
            <a:srgbClr val="101312"/>
          </a:solidFill>
          <a:ln w="12700">
            <a:solidFill>
              <a:srgbClr val="101312"/>
            </a:solidFill>
            <a:prstDash val="solid"/>
          </a:ln>
        </p:spPr>
      </p:sp>
      <p:sp>
        <p:nvSpPr>
          <p:cNvPr id="152" name="rest-2-cell-48"/>
          <p:cNvSpPr/>
          <p:nvPr/>
        </p:nvSpPr>
        <p:spPr>
          <a:xfrm>
            <a:off x="6903720" y="4059936"/>
            <a:ext cx="114300" cy="182880"/>
          </a:xfrm>
          <a:prstGeom prst="rect">
            <a:avLst/>
          </a:prstGeom>
          <a:solidFill>
            <a:srgbClr val="101312"/>
          </a:solidFill>
          <a:ln w="12700">
            <a:solidFill>
              <a:srgbClr val="101312"/>
            </a:solidFill>
            <a:prstDash val="solid"/>
          </a:ln>
        </p:spPr>
      </p:sp>
      <p:sp>
        <p:nvSpPr>
          <p:cNvPr id="153" name="rest-2-cell-49"/>
          <p:cNvSpPr/>
          <p:nvPr/>
        </p:nvSpPr>
        <p:spPr>
          <a:xfrm>
            <a:off x="7040880" y="4059936"/>
            <a:ext cx="114300" cy="182880"/>
          </a:xfrm>
          <a:prstGeom prst="rect">
            <a:avLst/>
          </a:prstGeom>
          <a:solidFill>
            <a:srgbClr val="101312"/>
          </a:solidFill>
          <a:ln w="12700">
            <a:solidFill>
              <a:srgbClr val="101312"/>
            </a:solidFill>
            <a:prstDash val="solid"/>
          </a:ln>
        </p:spPr>
      </p:sp>
      <p:sp>
        <p:nvSpPr>
          <p:cNvPr id="154" name="rest-2-cell-50"/>
          <p:cNvSpPr/>
          <p:nvPr/>
        </p:nvSpPr>
        <p:spPr>
          <a:xfrm>
            <a:off x="7178040" y="4059936"/>
            <a:ext cx="114300" cy="182880"/>
          </a:xfrm>
          <a:prstGeom prst="rect">
            <a:avLst/>
          </a:prstGeom>
          <a:solidFill>
            <a:srgbClr val="101312"/>
          </a:solidFill>
          <a:ln w="12700">
            <a:solidFill>
              <a:srgbClr val="101312"/>
            </a:solidFill>
            <a:prstDash val="solid"/>
          </a:ln>
        </p:spPr>
      </p:sp>
      <p:sp>
        <p:nvSpPr>
          <p:cNvPr id="155" name="rest-2-cell-51"/>
          <p:cNvSpPr/>
          <p:nvPr/>
        </p:nvSpPr>
        <p:spPr>
          <a:xfrm>
            <a:off x="7315200" y="4059936"/>
            <a:ext cx="114300" cy="182880"/>
          </a:xfrm>
          <a:prstGeom prst="rect">
            <a:avLst/>
          </a:prstGeom>
          <a:solidFill>
            <a:srgbClr val="101312"/>
          </a:solidFill>
          <a:ln w="12700">
            <a:solidFill>
              <a:srgbClr val="101312"/>
            </a:solidFill>
            <a:prstDash val="solid"/>
          </a:ln>
        </p:spPr>
      </p:sp>
      <p:sp>
        <p:nvSpPr>
          <p:cNvPr id="156" name="rest-2-cell-52"/>
          <p:cNvSpPr/>
          <p:nvPr/>
        </p:nvSpPr>
        <p:spPr>
          <a:xfrm>
            <a:off x="7452360" y="4059936"/>
            <a:ext cx="114300" cy="182880"/>
          </a:xfrm>
          <a:prstGeom prst="rect">
            <a:avLst/>
          </a:prstGeom>
          <a:solidFill>
            <a:srgbClr val="101312"/>
          </a:solidFill>
          <a:ln w="12700">
            <a:solidFill>
              <a:srgbClr val="101312"/>
            </a:solidFill>
            <a:prstDash val="solid"/>
          </a:ln>
        </p:spPr>
      </p:sp>
      <p:sp>
        <p:nvSpPr>
          <p:cNvPr id="157" name="rest-2-cell-53"/>
          <p:cNvSpPr/>
          <p:nvPr/>
        </p:nvSpPr>
        <p:spPr>
          <a:xfrm>
            <a:off x="7589520" y="4059936"/>
            <a:ext cx="114300" cy="182880"/>
          </a:xfrm>
          <a:prstGeom prst="rect">
            <a:avLst/>
          </a:prstGeom>
          <a:solidFill>
            <a:srgbClr val="101312"/>
          </a:solidFill>
          <a:ln w="12700">
            <a:solidFill>
              <a:srgbClr val="101312"/>
            </a:solidFill>
            <a:prstDash val="solid"/>
          </a:ln>
        </p:spPr>
      </p:sp>
      <p:sp>
        <p:nvSpPr>
          <p:cNvPr id="158" name="rest-2-cell-54"/>
          <p:cNvSpPr/>
          <p:nvPr/>
        </p:nvSpPr>
        <p:spPr>
          <a:xfrm>
            <a:off x="7726680" y="4059936"/>
            <a:ext cx="114300" cy="182880"/>
          </a:xfrm>
          <a:prstGeom prst="rect">
            <a:avLst/>
          </a:prstGeom>
          <a:solidFill>
            <a:srgbClr val="FF5C3E"/>
          </a:solidFill>
          <a:ln w="12700">
            <a:solidFill>
              <a:srgbClr val="FF5C3E"/>
            </a:solidFill>
            <a:prstDash val="solid"/>
          </a:ln>
        </p:spPr>
      </p:sp>
      <p:sp>
        <p:nvSpPr>
          <p:cNvPr id="159" name="rest-2-cell-55"/>
          <p:cNvSpPr/>
          <p:nvPr/>
        </p:nvSpPr>
        <p:spPr>
          <a:xfrm>
            <a:off x="7863840" y="4059936"/>
            <a:ext cx="114300" cy="182880"/>
          </a:xfrm>
          <a:prstGeom prst="rect">
            <a:avLst/>
          </a:prstGeom>
          <a:solidFill>
            <a:srgbClr val="FF5C3E"/>
          </a:solidFill>
          <a:ln w="12700">
            <a:solidFill>
              <a:srgbClr val="FF5C3E"/>
            </a:solidFill>
            <a:prstDash val="solid"/>
          </a:ln>
        </p:spPr>
      </p:sp>
      <p:sp>
        <p:nvSpPr>
          <p:cNvPr id="160" name="rest-2-cell-56"/>
          <p:cNvSpPr/>
          <p:nvPr/>
        </p:nvSpPr>
        <p:spPr>
          <a:xfrm>
            <a:off x="8001000" y="4059936"/>
            <a:ext cx="114300" cy="182880"/>
          </a:xfrm>
          <a:prstGeom prst="rect">
            <a:avLst/>
          </a:prstGeom>
          <a:solidFill>
            <a:srgbClr val="FF5C3E"/>
          </a:solidFill>
          <a:ln w="12700">
            <a:solidFill>
              <a:srgbClr val="FF5C3E"/>
            </a:solidFill>
            <a:prstDash val="solid"/>
          </a:ln>
        </p:spPr>
      </p:sp>
      <p:sp>
        <p:nvSpPr>
          <p:cNvPr id="161" name="rest-2-cell-57"/>
          <p:cNvSpPr/>
          <p:nvPr/>
        </p:nvSpPr>
        <p:spPr>
          <a:xfrm>
            <a:off x="8138160" y="4059936"/>
            <a:ext cx="114300" cy="182880"/>
          </a:xfrm>
          <a:prstGeom prst="rect">
            <a:avLst/>
          </a:prstGeom>
          <a:solidFill>
            <a:srgbClr val="FF5C3E"/>
          </a:solidFill>
          <a:ln w="12700">
            <a:solidFill>
              <a:srgbClr val="FF5C3E"/>
            </a:solidFill>
            <a:prstDash val="solid"/>
          </a:ln>
        </p:spPr>
      </p:sp>
      <p:sp>
        <p:nvSpPr>
          <p:cNvPr id="162" name="rest-2-cell-58"/>
          <p:cNvSpPr/>
          <p:nvPr/>
        </p:nvSpPr>
        <p:spPr>
          <a:xfrm>
            <a:off x="8275320" y="4059936"/>
            <a:ext cx="114300" cy="182880"/>
          </a:xfrm>
          <a:prstGeom prst="rect">
            <a:avLst/>
          </a:prstGeom>
          <a:solidFill>
            <a:srgbClr val="FF5C3E"/>
          </a:solidFill>
          <a:ln w="12700">
            <a:solidFill>
              <a:srgbClr val="FF5C3E"/>
            </a:solidFill>
            <a:prstDash val="solid"/>
          </a:ln>
        </p:spPr>
      </p:sp>
      <p:sp>
        <p:nvSpPr>
          <p:cNvPr id="163" name="rest-2-cell-59"/>
          <p:cNvSpPr/>
          <p:nvPr/>
        </p:nvSpPr>
        <p:spPr>
          <a:xfrm>
            <a:off x="8412480" y="4059936"/>
            <a:ext cx="114300" cy="182880"/>
          </a:xfrm>
          <a:prstGeom prst="rect">
            <a:avLst/>
          </a:prstGeom>
          <a:solidFill>
            <a:srgbClr val="FF5C3E"/>
          </a:solidFill>
          <a:ln w="12700">
            <a:solidFill>
              <a:srgbClr val="FF5C3E"/>
            </a:solidFill>
            <a:prstDash val="solid"/>
          </a:ln>
        </p:spPr>
      </p:sp>
      <p:sp>
        <p:nvSpPr>
          <p:cNvPr id="164" name="rest-2-cell-60"/>
          <p:cNvSpPr/>
          <p:nvPr/>
        </p:nvSpPr>
        <p:spPr>
          <a:xfrm>
            <a:off x="8549640" y="4059936"/>
            <a:ext cx="114300" cy="182880"/>
          </a:xfrm>
          <a:prstGeom prst="rect">
            <a:avLst/>
          </a:prstGeom>
          <a:solidFill>
            <a:srgbClr val="FF5C3E"/>
          </a:solidFill>
          <a:ln w="12700">
            <a:solidFill>
              <a:srgbClr val="FF5C3E"/>
            </a:solidFill>
            <a:prstDash val="solid"/>
          </a:ln>
        </p:spPr>
      </p:sp>
      <p:sp>
        <p:nvSpPr>
          <p:cNvPr id="165" name="legend-swatch"/>
          <p:cNvSpPr/>
          <p:nvPr/>
        </p:nvSpPr>
        <p:spPr>
          <a:xfrm>
            <a:off x="4572000" y="4462272"/>
            <a:ext cx="114300" cy="128016"/>
          </a:xfrm>
          <a:prstGeom prst="rect">
            <a:avLst/>
          </a:prstGeom>
          <a:solidFill>
            <a:srgbClr val="FF5C3E"/>
          </a:solidFill>
          <a:ln w="12700">
            <a:solidFill>
              <a:srgbClr val="FF5C3E"/>
            </a:solidFill>
            <a:prstDash val="solid"/>
          </a:ln>
        </p:spPr>
      </p:sp>
      <p:sp>
        <p:nvSpPr>
          <p:cNvPr id="166" name="legend"/>
          <p:cNvSpPr txBox="1"/>
          <p:nvPr/>
        </p:nvSpPr>
        <p:spPr>
          <a:xfrm>
            <a:off x="4754880" y="4407408"/>
            <a:ext cx="3931920" cy="237744"/>
          </a:xfrm>
          <a:prstGeom prst="rect">
            <a:avLst/>
          </a:prstGeom>
          <a:noFill/>
          <a:ln/>
        </p:spPr>
        <p:txBody>
          <a:bodyPr wrap="square" lIns="0" tIns="0" rIns="0" bIns="0" rtlCol="0" anchor="ctr"/>
          <a:lstStyle/>
          <a:p>
            <a:pPr indent="0" marL="0">
              <a:buNone/>
            </a:pPr>
            <a:r>
              <a:rPr lang="en-US" sz="1000" dirty="0">
                <a:solidFill>
                  <a:srgbClr val="3E4341"/>
                </a:solidFill>
                <a:latin typeface="Bahnschrift" pitchFamily="34" charset="0"/>
                <a:ea typeface="Bahnschrift" pitchFamily="34" charset="-122"/>
                <a:cs typeface="Bahnschrift" pitchFamily="34" charset="-120"/>
              </a:rPr>
              <a:t>resting on a flat battery · mean of 50 held-out seeds</a:t>
            </a:r>
            <a:endParaRPr lang="en-US" sz="1000" dirty="0"/>
          </a:p>
        </p:txBody>
      </p:sp>
      <p:sp>
        <p:nvSpPr>
          <p:cNvPr id="167" name="footer"/>
          <p:cNvSpPr txBox="1"/>
          <p:nvPr/>
        </p:nvSpPr>
        <p:spPr>
          <a:xfrm>
            <a:off x="457200" y="4754880"/>
            <a:ext cx="7315200" cy="228600"/>
          </a:xfrm>
          <a:prstGeom prst="rect">
            <a:avLst/>
          </a:prstGeom>
          <a:noFill/>
          <a:ln/>
        </p:spPr>
        <p:txBody>
          <a:bodyPr wrap="square" lIns="0" tIns="0" rIns="0" bIns="0" rtlCol="0" anchor="ctr"/>
          <a:lstStyle/>
          <a:p>
            <a:pPr indent="0" marL="0">
              <a:buNone/>
            </a:pPr>
            <a:r>
              <a:rPr lang="en-US" sz="1000" dirty="0">
                <a:solidFill>
                  <a:srgbClr val="3E4341"/>
                </a:solidFill>
                <a:latin typeface="Bahnschrift" pitchFamily="34" charset="0"/>
                <a:ea typeface="Bahnschrift" pitchFamily="34" charset="-122"/>
                <a:cs typeface="Bahnschrift" pitchFamily="34" charset="-120"/>
              </a:rPr>
              <a:t>Los Bocatones · Challenge 4 CoGNETs · VelesHack 2026 · Local runs, not an official score</a:t>
            </a:r>
            <a:endParaRPr lang="en-US" sz="1000" dirty="0"/>
          </a:p>
        </p:txBody>
      </p:sp>
      <p:sp>
        <p:nvSpPr>
          <p:cNvPr id="168" name="page"/>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b="1" dirty="0">
                <a:solidFill>
                  <a:srgbClr val="101312"/>
                </a:solidFill>
                <a:latin typeface="Bahnschrift" pitchFamily="34" charset="0"/>
                <a:ea typeface="Bahnschrift" pitchFamily="34" charset="-122"/>
                <a:cs typeface="Bahnschrift"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3"/>
        </a:solidFill>
      </p:bgPr>
    </p:bg>
    <p:spTree>
      <p:nvGrpSpPr>
        <p:cNvPr id="1" name=""/>
        <p:cNvGrpSpPr/>
        <p:nvPr/>
      </p:nvGrpSpPr>
      <p:grpSpPr>
        <a:xfrm>
          <a:off x="0" y="0"/>
          <a:ext cx="0" cy="0"/>
          <a:chOff x="0" y="0"/>
          <a:chExt cx="0" cy="0"/>
        </a:xfrm>
      </p:grpSpPr>
      <p:sp>
        <p:nvSpPr>
          <p:cNvPr id="2" name="cell-1"/>
          <p:cNvSpPr/>
          <p:nvPr/>
        </p:nvSpPr>
        <p:spPr>
          <a:xfrm>
            <a:off x="0" y="0"/>
            <a:ext cx="9144000" cy="231115"/>
          </a:xfrm>
          <a:prstGeom prst="rect">
            <a:avLst/>
          </a:prstGeom>
          <a:solidFill>
            <a:srgbClr val="E4E8E2"/>
          </a:solidFill>
          <a:ln w="12700">
            <a:solidFill>
              <a:srgbClr val="E4E8E2"/>
            </a:solidFill>
            <a:prstDash val="solid"/>
          </a:ln>
        </p:spPr>
      </p:sp>
      <p:sp>
        <p:nvSpPr>
          <p:cNvPr id="3" name="cell-2"/>
          <p:cNvSpPr/>
          <p:nvPr/>
        </p:nvSpPr>
        <p:spPr>
          <a:xfrm>
            <a:off x="0" y="258547"/>
            <a:ext cx="9144000" cy="231115"/>
          </a:xfrm>
          <a:prstGeom prst="rect">
            <a:avLst/>
          </a:prstGeom>
          <a:solidFill>
            <a:srgbClr val="E4E8E2"/>
          </a:solidFill>
          <a:ln w="12700">
            <a:solidFill>
              <a:srgbClr val="E4E8E2"/>
            </a:solidFill>
            <a:prstDash val="solid"/>
          </a:ln>
        </p:spPr>
      </p:sp>
      <p:sp>
        <p:nvSpPr>
          <p:cNvPr id="4" name="cell-3"/>
          <p:cNvSpPr/>
          <p:nvPr/>
        </p:nvSpPr>
        <p:spPr>
          <a:xfrm>
            <a:off x="0" y="517093"/>
            <a:ext cx="9144000" cy="231115"/>
          </a:xfrm>
          <a:prstGeom prst="rect">
            <a:avLst/>
          </a:prstGeom>
          <a:solidFill>
            <a:srgbClr val="E4E8E2"/>
          </a:solidFill>
          <a:ln w="12700">
            <a:solidFill>
              <a:srgbClr val="E4E8E2"/>
            </a:solidFill>
            <a:prstDash val="solid"/>
          </a:ln>
        </p:spPr>
      </p:sp>
      <p:sp>
        <p:nvSpPr>
          <p:cNvPr id="5" name="cell-4"/>
          <p:cNvSpPr/>
          <p:nvPr/>
        </p:nvSpPr>
        <p:spPr>
          <a:xfrm>
            <a:off x="0" y="775640"/>
            <a:ext cx="9144000" cy="231115"/>
          </a:xfrm>
          <a:prstGeom prst="rect">
            <a:avLst/>
          </a:prstGeom>
          <a:solidFill>
            <a:srgbClr val="E4E8E2"/>
          </a:solidFill>
          <a:ln w="12700">
            <a:solidFill>
              <a:srgbClr val="E4E8E2"/>
            </a:solidFill>
            <a:prstDash val="solid"/>
          </a:ln>
        </p:spPr>
      </p:sp>
      <p:sp>
        <p:nvSpPr>
          <p:cNvPr id="6" name="cell-5"/>
          <p:cNvSpPr/>
          <p:nvPr/>
        </p:nvSpPr>
        <p:spPr>
          <a:xfrm>
            <a:off x="0" y="1034186"/>
            <a:ext cx="9144000" cy="231115"/>
          </a:xfrm>
          <a:prstGeom prst="rect">
            <a:avLst/>
          </a:prstGeom>
          <a:solidFill>
            <a:srgbClr val="E4E8E2"/>
          </a:solidFill>
          <a:ln w="12700">
            <a:solidFill>
              <a:srgbClr val="E4E8E2"/>
            </a:solidFill>
            <a:prstDash val="solid"/>
          </a:ln>
        </p:spPr>
      </p:sp>
      <p:sp>
        <p:nvSpPr>
          <p:cNvPr id="7" name="cell-6"/>
          <p:cNvSpPr/>
          <p:nvPr/>
        </p:nvSpPr>
        <p:spPr>
          <a:xfrm>
            <a:off x="0" y="1292733"/>
            <a:ext cx="9144000" cy="231115"/>
          </a:xfrm>
          <a:prstGeom prst="rect">
            <a:avLst/>
          </a:prstGeom>
          <a:solidFill>
            <a:srgbClr val="E4E8E2"/>
          </a:solidFill>
          <a:ln w="12700">
            <a:solidFill>
              <a:srgbClr val="E4E8E2"/>
            </a:solidFill>
            <a:prstDash val="solid"/>
          </a:ln>
        </p:spPr>
      </p:sp>
      <p:sp>
        <p:nvSpPr>
          <p:cNvPr id="8" name="cell-7"/>
          <p:cNvSpPr/>
          <p:nvPr/>
        </p:nvSpPr>
        <p:spPr>
          <a:xfrm>
            <a:off x="0" y="1551280"/>
            <a:ext cx="9144000" cy="231115"/>
          </a:xfrm>
          <a:prstGeom prst="rect">
            <a:avLst/>
          </a:prstGeom>
          <a:solidFill>
            <a:srgbClr val="E4E8E2"/>
          </a:solidFill>
          <a:ln w="12700">
            <a:solidFill>
              <a:srgbClr val="E4E8E2"/>
            </a:solidFill>
            <a:prstDash val="solid"/>
          </a:ln>
        </p:spPr>
      </p:sp>
      <p:sp>
        <p:nvSpPr>
          <p:cNvPr id="9" name="cell-8"/>
          <p:cNvSpPr/>
          <p:nvPr/>
        </p:nvSpPr>
        <p:spPr>
          <a:xfrm>
            <a:off x="0" y="1809826"/>
            <a:ext cx="9144000" cy="231115"/>
          </a:xfrm>
          <a:prstGeom prst="rect">
            <a:avLst/>
          </a:prstGeom>
          <a:solidFill>
            <a:srgbClr val="E4E8E2"/>
          </a:solidFill>
          <a:ln w="12700">
            <a:solidFill>
              <a:srgbClr val="E4E8E2"/>
            </a:solidFill>
            <a:prstDash val="solid"/>
          </a:ln>
        </p:spPr>
      </p:sp>
      <p:sp>
        <p:nvSpPr>
          <p:cNvPr id="10" name="cell-9"/>
          <p:cNvSpPr/>
          <p:nvPr/>
        </p:nvSpPr>
        <p:spPr>
          <a:xfrm>
            <a:off x="0" y="2068373"/>
            <a:ext cx="9144000" cy="231115"/>
          </a:xfrm>
          <a:prstGeom prst="rect">
            <a:avLst/>
          </a:prstGeom>
          <a:solidFill>
            <a:srgbClr val="E4E8E2"/>
          </a:solidFill>
          <a:ln w="12700">
            <a:solidFill>
              <a:srgbClr val="E4E8E2"/>
            </a:solidFill>
            <a:prstDash val="solid"/>
          </a:ln>
        </p:spPr>
      </p:sp>
      <p:sp>
        <p:nvSpPr>
          <p:cNvPr id="11" name="cell-10"/>
          <p:cNvSpPr/>
          <p:nvPr/>
        </p:nvSpPr>
        <p:spPr>
          <a:xfrm>
            <a:off x="0" y="2326919"/>
            <a:ext cx="9144000" cy="231115"/>
          </a:xfrm>
          <a:prstGeom prst="rect">
            <a:avLst/>
          </a:prstGeom>
          <a:solidFill>
            <a:srgbClr val="E4E8E2"/>
          </a:solidFill>
          <a:ln w="12700">
            <a:solidFill>
              <a:srgbClr val="E4E8E2"/>
            </a:solidFill>
            <a:prstDash val="solid"/>
          </a:ln>
        </p:spPr>
      </p:sp>
      <p:sp>
        <p:nvSpPr>
          <p:cNvPr id="12" name="cell-11"/>
          <p:cNvSpPr/>
          <p:nvPr/>
        </p:nvSpPr>
        <p:spPr>
          <a:xfrm>
            <a:off x="0" y="2585466"/>
            <a:ext cx="9144000" cy="231115"/>
          </a:xfrm>
          <a:prstGeom prst="rect">
            <a:avLst/>
          </a:prstGeom>
          <a:solidFill>
            <a:srgbClr val="E4E8E2"/>
          </a:solidFill>
          <a:ln w="12700">
            <a:solidFill>
              <a:srgbClr val="E4E8E2"/>
            </a:solidFill>
            <a:prstDash val="solid"/>
          </a:ln>
        </p:spPr>
      </p:sp>
      <p:sp>
        <p:nvSpPr>
          <p:cNvPr id="13" name="cell-12"/>
          <p:cNvSpPr/>
          <p:nvPr/>
        </p:nvSpPr>
        <p:spPr>
          <a:xfrm>
            <a:off x="0" y="2844013"/>
            <a:ext cx="9144000" cy="231115"/>
          </a:xfrm>
          <a:prstGeom prst="rect">
            <a:avLst/>
          </a:prstGeom>
          <a:solidFill>
            <a:srgbClr val="E4E8E2"/>
          </a:solidFill>
          <a:ln w="12700">
            <a:solidFill>
              <a:srgbClr val="E4E8E2"/>
            </a:solidFill>
            <a:prstDash val="solid"/>
          </a:ln>
        </p:spPr>
      </p:sp>
      <p:sp>
        <p:nvSpPr>
          <p:cNvPr id="14" name="cell-13"/>
          <p:cNvSpPr/>
          <p:nvPr/>
        </p:nvSpPr>
        <p:spPr>
          <a:xfrm>
            <a:off x="0" y="3102559"/>
            <a:ext cx="9144000" cy="231115"/>
          </a:xfrm>
          <a:prstGeom prst="rect">
            <a:avLst/>
          </a:prstGeom>
          <a:solidFill>
            <a:srgbClr val="E4E8E2"/>
          </a:solidFill>
          <a:ln w="12700">
            <a:solidFill>
              <a:srgbClr val="E4E8E2"/>
            </a:solidFill>
            <a:prstDash val="solid"/>
          </a:ln>
        </p:spPr>
      </p:sp>
      <p:sp>
        <p:nvSpPr>
          <p:cNvPr id="15" name="cell-14"/>
          <p:cNvSpPr/>
          <p:nvPr/>
        </p:nvSpPr>
        <p:spPr>
          <a:xfrm>
            <a:off x="0" y="3361106"/>
            <a:ext cx="9144000" cy="231115"/>
          </a:xfrm>
          <a:prstGeom prst="rect">
            <a:avLst/>
          </a:prstGeom>
          <a:solidFill>
            <a:srgbClr val="E4E8E2"/>
          </a:solidFill>
          <a:ln w="12700">
            <a:solidFill>
              <a:srgbClr val="E4E8E2"/>
            </a:solidFill>
            <a:prstDash val="solid"/>
          </a:ln>
        </p:spPr>
      </p:sp>
      <p:sp>
        <p:nvSpPr>
          <p:cNvPr id="16" name="cell-15"/>
          <p:cNvSpPr/>
          <p:nvPr/>
        </p:nvSpPr>
        <p:spPr>
          <a:xfrm>
            <a:off x="0" y="3619652"/>
            <a:ext cx="9144000" cy="231115"/>
          </a:xfrm>
          <a:prstGeom prst="rect">
            <a:avLst/>
          </a:prstGeom>
          <a:solidFill>
            <a:srgbClr val="E4E8E2"/>
          </a:solidFill>
          <a:ln w="12700">
            <a:solidFill>
              <a:srgbClr val="E4E8E2"/>
            </a:solidFill>
            <a:prstDash val="solid"/>
          </a:ln>
        </p:spPr>
      </p:sp>
      <p:sp>
        <p:nvSpPr>
          <p:cNvPr id="17" name="cell-16"/>
          <p:cNvSpPr/>
          <p:nvPr/>
        </p:nvSpPr>
        <p:spPr>
          <a:xfrm>
            <a:off x="0" y="3878199"/>
            <a:ext cx="9144000" cy="231115"/>
          </a:xfrm>
          <a:prstGeom prst="rect">
            <a:avLst/>
          </a:prstGeom>
          <a:solidFill>
            <a:srgbClr val="E4E8E2"/>
          </a:solidFill>
          <a:ln w="12700">
            <a:solidFill>
              <a:srgbClr val="E4E8E2"/>
            </a:solidFill>
            <a:prstDash val="solid"/>
          </a:ln>
        </p:spPr>
      </p:sp>
      <p:sp>
        <p:nvSpPr>
          <p:cNvPr id="18" name="cell-17"/>
          <p:cNvSpPr/>
          <p:nvPr/>
        </p:nvSpPr>
        <p:spPr>
          <a:xfrm>
            <a:off x="0" y="4136746"/>
            <a:ext cx="9144000" cy="231115"/>
          </a:xfrm>
          <a:prstGeom prst="rect">
            <a:avLst/>
          </a:prstGeom>
          <a:solidFill>
            <a:srgbClr val="E4E8E2"/>
          </a:solidFill>
          <a:ln w="12700">
            <a:solidFill>
              <a:srgbClr val="E4E8E2"/>
            </a:solidFill>
            <a:prstDash val="solid"/>
          </a:ln>
        </p:spPr>
      </p:sp>
      <p:sp>
        <p:nvSpPr>
          <p:cNvPr id="19" name="cell-18"/>
          <p:cNvSpPr/>
          <p:nvPr/>
        </p:nvSpPr>
        <p:spPr>
          <a:xfrm>
            <a:off x="0" y="4395292"/>
            <a:ext cx="9144000" cy="231115"/>
          </a:xfrm>
          <a:prstGeom prst="rect">
            <a:avLst/>
          </a:prstGeom>
          <a:solidFill>
            <a:srgbClr val="E4E8E2"/>
          </a:solidFill>
          <a:ln w="12700">
            <a:solidFill>
              <a:srgbClr val="E4E8E2"/>
            </a:solidFill>
            <a:prstDash val="solid"/>
          </a:ln>
        </p:spPr>
      </p:sp>
      <p:sp>
        <p:nvSpPr>
          <p:cNvPr id="20" name="cell-19"/>
          <p:cNvSpPr/>
          <p:nvPr/>
        </p:nvSpPr>
        <p:spPr>
          <a:xfrm>
            <a:off x="0" y="4653839"/>
            <a:ext cx="9144000" cy="231115"/>
          </a:xfrm>
          <a:prstGeom prst="rect">
            <a:avLst/>
          </a:prstGeom>
          <a:solidFill>
            <a:srgbClr val="E4E8E2"/>
          </a:solidFill>
          <a:ln w="12700">
            <a:solidFill>
              <a:srgbClr val="E4E8E2"/>
            </a:solidFill>
            <a:prstDash val="solid"/>
          </a:ln>
        </p:spPr>
      </p:sp>
      <p:sp>
        <p:nvSpPr>
          <p:cNvPr id="21" name="cell-20"/>
          <p:cNvSpPr/>
          <p:nvPr/>
        </p:nvSpPr>
        <p:spPr>
          <a:xfrm>
            <a:off x="0" y="4912385"/>
            <a:ext cx="9144000" cy="231115"/>
          </a:xfrm>
          <a:prstGeom prst="rect">
            <a:avLst/>
          </a:prstGeom>
          <a:solidFill>
            <a:srgbClr val="E4E8E2"/>
          </a:solidFill>
          <a:ln w="12700">
            <a:solidFill>
              <a:srgbClr val="E4E8E2"/>
            </a:solidFill>
            <a:prstDash val="solid"/>
          </a:ln>
        </p:spPr>
      </p:sp>
      <p:sp>
        <p:nvSpPr>
          <p:cNvPr id="22" name="bar"/>
          <p:cNvSpPr/>
          <p:nvPr/>
        </p:nvSpPr>
        <p:spPr>
          <a:xfrm>
            <a:off x="0" y="0"/>
            <a:ext cx="9144000" cy="457200"/>
          </a:xfrm>
          <a:prstGeom prst="rect">
            <a:avLst/>
          </a:prstGeom>
          <a:solidFill>
            <a:srgbClr val="101312"/>
          </a:solidFill>
          <a:ln w="12700">
            <a:solidFill>
              <a:srgbClr val="101312"/>
            </a:solidFill>
            <a:prstDash val="solid"/>
          </a:ln>
        </p:spPr>
      </p:sp>
      <p:sp>
        <p:nvSpPr>
          <p:cNvPr id="23" name="brand"/>
          <p:cNvSpPr txBox="1"/>
          <p:nvPr/>
        </p:nvSpPr>
        <p:spPr>
          <a:xfrm>
            <a:off x="457200" y="0"/>
            <a:ext cx="2011680" cy="457200"/>
          </a:xfrm>
          <a:prstGeom prst="rect">
            <a:avLst/>
          </a:prstGeom>
          <a:noFill/>
          <a:ln/>
        </p:spPr>
        <p:txBody>
          <a:bodyPr wrap="square" lIns="0" tIns="0" rIns="0" bIns="0" rtlCol="0" anchor="ctr"/>
          <a:lstStyle/>
          <a:p>
            <a:pPr indent="0" marL="0">
              <a:buNone/>
            </a:pPr>
            <a:r>
              <a:rPr lang="en-US" sz="1200" b="1" spc="250" kern="0" dirty="0">
                <a:solidFill>
                  <a:srgbClr val="F5F6F3"/>
                </a:solidFill>
                <a:latin typeface="Bahnschrift" pitchFamily="34" charset="0"/>
                <a:ea typeface="Bahnschrift" pitchFamily="34" charset="-122"/>
                <a:cs typeface="Bahnschrift" pitchFamily="34" charset="-120"/>
              </a:rPr>
              <a:t>SWARM / LAB</a:t>
            </a:r>
            <a:endParaRPr lang="en-US" sz="1200" dirty="0"/>
          </a:p>
        </p:txBody>
      </p:sp>
      <p:sp>
        <p:nvSpPr>
          <p:cNvPr id="24" name="tab-1"/>
          <p:cNvSpPr txBox="1"/>
          <p:nvPr/>
        </p:nvSpPr>
        <p:spPr>
          <a:xfrm>
            <a:off x="4160520" y="91440"/>
            <a:ext cx="109728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GitHub repo</a:t>
            </a:r>
            <a:endParaRPr lang="en-US" sz="1000" dirty="0"/>
          </a:p>
        </p:txBody>
      </p:sp>
      <p:sp>
        <p:nvSpPr>
          <p:cNvPr id="25" name="tab-2"/>
          <p:cNvSpPr txBox="1"/>
          <p:nvPr/>
        </p:nvSpPr>
        <p:spPr>
          <a:xfrm>
            <a:off x="5303520" y="91440"/>
            <a:ext cx="868680" cy="274320"/>
          </a:xfrm>
          <a:prstGeom prst="rect">
            <a:avLst/>
          </a:prstGeom>
          <a:solidFill>
            <a:srgbClr val="101312"/>
          </a:solidFill>
          <a:ln/>
        </p:spPr>
        <p:txBody>
          <a:bodyPr wrap="square" lIns="0" tIns="0" rIns="0" bIns="0" rtlCol="0" anchor="ctr"/>
          <a:lstStyle/>
          <a:p>
            <a:pPr algn="ctr" indent="0" marL="0">
              <a:buNone/>
            </a:pPr>
            <a:r>
              <a:rPr lang="en-US" sz="1000" b="1" dirty="0">
                <a:solidFill>
                  <a:srgbClr val="C9CEC8"/>
                </a:solidFill>
                <a:latin typeface="Bahnschrift" pitchFamily="34" charset="0"/>
                <a:ea typeface="Bahnschrift" pitchFamily="34" charset="-122"/>
                <a:cs typeface="Bahnschrift" pitchFamily="34" charset="-120"/>
              </a:rPr>
              <a:t>Summary</a:t>
            </a:r>
            <a:endParaRPr lang="en-US" sz="1000" dirty="0"/>
          </a:p>
        </p:txBody>
      </p:sp>
      <p:sp>
        <p:nvSpPr>
          <p:cNvPr id="26" name="tab-3"/>
          <p:cNvSpPr txBox="1"/>
          <p:nvPr/>
        </p:nvSpPr>
        <p:spPr>
          <a:xfrm>
            <a:off x="6217920" y="91440"/>
            <a:ext cx="960120" cy="274320"/>
          </a:xfrm>
          <a:prstGeom prst="rect">
            <a:avLst/>
          </a:prstGeom>
          <a:solidFill>
            <a:srgbClr val="F5F6F3"/>
          </a:solidFill>
          <a:ln/>
        </p:spPr>
        <p:txBody>
          <a:bodyPr wrap="square" lIns="0" tIns="0" rIns="0" bIns="0" rtlCol="0" anchor="ctr"/>
          <a:lstStyle/>
          <a:p>
            <a:pPr algn="ctr" indent="0" marL="0">
              <a:buNone/>
            </a:pPr>
            <a:r>
              <a:rPr lang="en-US" sz="1000" b="1" dirty="0">
                <a:solidFill>
                  <a:srgbClr val="101312"/>
                </a:solidFill>
                <a:latin typeface="Bahnschrift" pitchFamily="34" charset="0"/>
                <a:ea typeface="Bahnschrift" pitchFamily="34" charset="-122"/>
                <a:cs typeface="Bahnschrift" pitchFamily="34" charset="-120"/>
              </a:rPr>
              <a:t>Highlights</a:t>
            </a:r>
            <a:endParaRPr lang="en-US" sz="1000" dirty="0"/>
          </a:p>
        </p:txBody>
      </p:sp>
      <p:sp>
        <p:nvSpPr>
          <p:cNvPr id="27" name="status-dot"/>
          <p:cNvSpPr/>
          <p:nvPr/>
        </p:nvSpPr>
        <p:spPr>
          <a:xfrm>
            <a:off x="7333488" y="182880"/>
            <a:ext cx="91440" cy="91440"/>
          </a:xfrm>
          <a:prstGeom prst="ellipse">
            <a:avLst/>
          </a:prstGeom>
          <a:solidFill>
            <a:srgbClr val="3DDC84"/>
          </a:solidFill>
          <a:ln w="12700">
            <a:solidFill>
              <a:srgbClr val="3DDC84"/>
            </a:solidFill>
            <a:prstDash val="solid"/>
          </a:ln>
        </p:spPr>
      </p:sp>
      <p:sp>
        <p:nvSpPr>
          <p:cNvPr id="28" name="team"/>
          <p:cNvSpPr txBox="1"/>
          <p:nvPr/>
        </p:nvSpPr>
        <p:spPr>
          <a:xfrm>
            <a:off x="7498080" y="0"/>
            <a:ext cx="1188720" cy="457200"/>
          </a:xfrm>
          <a:prstGeom prst="rect">
            <a:avLst/>
          </a:prstGeom>
          <a:noFill/>
          <a:ln/>
        </p:spPr>
        <p:txBody>
          <a:bodyPr wrap="square" lIns="0" tIns="0" rIns="0" bIns="0" rtlCol="0" anchor="ctr"/>
          <a:lstStyle/>
          <a:p>
            <a:pPr indent="0" marL="0">
              <a:buNone/>
            </a:pPr>
            <a:r>
              <a:rPr lang="en-US" sz="1000" dirty="0">
                <a:solidFill>
                  <a:srgbClr val="F5F6F3"/>
                </a:solidFill>
                <a:latin typeface="Bahnschrift" pitchFamily="34" charset="0"/>
                <a:ea typeface="Bahnschrift" pitchFamily="34" charset="-122"/>
                <a:cs typeface="Bahnschrift" pitchFamily="34" charset="-120"/>
              </a:rPr>
              <a:t>los-bocatones</a:t>
            </a:r>
            <a:endParaRPr lang="en-US" sz="1000" dirty="0"/>
          </a:p>
        </p:txBody>
      </p:sp>
      <p:sp>
        <p:nvSpPr>
          <p:cNvPr id="29" name="title"/>
          <p:cNvSpPr txBox="1"/>
          <p:nvPr/>
        </p:nvSpPr>
        <p:spPr>
          <a:xfrm>
            <a:off x="457200" y="658368"/>
            <a:ext cx="8229600" cy="640080"/>
          </a:xfrm>
          <a:prstGeom prst="rect">
            <a:avLst/>
          </a:prstGeom>
          <a:noFill/>
          <a:ln/>
        </p:spPr>
        <p:txBody>
          <a:bodyPr wrap="square" lIns="0" tIns="0" rIns="0" bIns="0" rtlCol="0" anchor="ctr"/>
          <a:lstStyle/>
          <a:p>
            <a:pPr indent="0" marL="0">
              <a:buNone/>
            </a:pPr>
            <a:r>
              <a:rPr lang="en-US" sz="4000" b="1" dirty="0">
                <a:solidFill>
                  <a:srgbClr val="101312"/>
                </a:solidFill>
                <a:latin typeface="Bahnschrift Condensed" pitchFamily="34" charset="0"/>
                <a:ea typeface="Bahnschrift Condensed" pitchFamily="34" charset="-122"/>
                <a:cs typeface="Bahnschrift Condensed" pitchFamily="34" charset="-120"/>
              </a:rPr>
              <a:t>Highlights</a:t>
            </a:r>
            <a:endParaRPr lang="en-US" sz="4000" dirty="0"/>
          </a:p>
        </p:txBody>
      </p:sp>
      <p:sp>
        <p:nvSpPr>
          <p:cNvPr id="30" name="fig-1-rule"/>
          <p:cNvSpPr/>
          <p:nvPr/>
        </p:nvSpPr>
        <p:spPr>
          <a:xfrm>
            <a:off x="457200" y="1389888"/>
            <a:ext cx="2560320" cy="36576"/>
          </a:xfrm>
          <a:prstGeom prst="rect">
            <a:avLst/>
          </a:prstGeom>
          <a:solidFill>
            <a:srgbClr val="101312"/>
          </a:solidFill>
          <a:ln w="12700">
            <a:solidFill>
              <a:srgbClr val="101312"/>
            </a:solidFill>
            <a:prstDash val="solid"/>
          </a:ln>
        </p:spPr>
      </p:sp>
      <p:sp>
        <p:nvSpPr>
          <p:cNvPr id="31" name="fig-1-number"/>
          <p:cNvSpPr txBox="1"/>
          <p:nvPr/>
        </p:nvSpPr>
        <p:spPr>
          <a:xfrm>
            <a:off x="457200" y="1463040"/>
            <a:ext cx="2560320" cy="777240"/>
          </a:xfrm>
          <a:prstGeom prst="rect">
            <a:avLst/>
          </a:prstGeom>
          <a:noFill/>
          <a:ln/>
        </p:spPr>
        <p:txBody>
          <a:bodyPr wrap="square" lIns="0" tIns="0" rIns="0" bIns="0" rtlCol="0" anchor="ctr"/>
          <a:lstStyle/>
          <a:p>
            <a:pPr indent="0" marL="0">
              <a:buNone/>
            </a:pPr>
            <a:r>
              <a:rPr lang="en-US" sz="5400" b="1" dirty="0">
                <a:solidFill>
                  <a:srgbClr val="101312"/>
                </a:solidFill>
                <a:latin typeface="Bahnschrift Condensed" pitchFamily="34" charset="0"/>
                <a:ea typeface="Bahnschrift Condensed" pitchFamily="34" charset="-122"/>
                <a:cs typeface="Bahnschrift Condensed" pitchFamily="34" charset="-120"/>
              </a:rPr>
              <a:t>+28.7 %</a:t>
            </a:r>
            <a:endParaRPr lang="en-US" sz="5400" dirty="0"/>
          </a:p>
        </p:txBody>
      </p:sp>
      <p:sp>
        <p:nvSpPr>
          <p:cNvPr id="32" name="fig-1-head"/>
          <p:cNvSpPr txBox="1"/>
          <p:nvPr/>
        </p:nvSpPr>
        <p:spPr>
          <a:xfrm>
            <a:off x="457200" y="2267712"/>
            <a:ext cx="2560320" cy="274320"/>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Over the starting template</a:t>
            </a:r>
            <a:endParaRPr lang="en-US" sz="1400" dirty="0"/>
          </a:p>
        </p:txBody>
      </p:sp>
      <p:sp>
        <p:nvSpPr>
          <p:cNvPr id="33" name="fig-1-body"/>
          <p:cNvSpPr txBox="1"/>
          <p:nvPr/>
        </p:nvSpPr>
        <p:spPr>
          <a:xfrm>
            <a:off x="457200" y="2560320"/>
            <a:ext cx="2560320" cy="457200"/>
          </a:xfrm>
          <a:prstGeom prst="rect">
            <a:avLst/>
          </a:prstGeom>
          <a:noFill/>
          <a:ln/>
        </p:spPr>
        <p:txBody>
          <a:bodyPr wrap="square" lIns="0" tIns="0" rIns="0" bIns="0" rtlCol="0" anchor="t"/>
          <a:lstStyle/>
          <a:p>
            <a:pPr indent="0" marL="0">
              <a:buNone/>
            </a:pPr>
            <a:r>
              <a:rPr lang="en-US" sz="1200" dirty="0">
                <a:solidFill>
                  <a:srgbClr val="3E4341"/>
                </a:solidFill>
                <a:latin typeface="Bahnschrift" pitchFamily="34" charset="0"/>
                <a:ea typeface="Bahnschrift" pitchFamily="34" charset="-122"/>
                <a:cs typeface="Bahnschrift" pitchFamily="34" charset="-120"/>
              </a:rPr>
              <a:t>17.23 against 13.39 mean score on 50 held-out seeds.</a:t>
            </a:r>
            <a:endParaRPr lang="en-US" sz="1200" dirty="0"/>
          </a:p>
        </p:txBody>
      </p:sp>
      <p:sp>
        <p:nvSpPr>
          <p:cNvPr id="34" name="fig-2-rule"/>
          <p:cNvSpPr/>
          <p:nvPr/>
        </p:nvSpPr>
        <p:spPr>
          <a:xfrm>
            <a:off x="3291840" y="1389888"/>
            <a:ext cx="2560320" cy="36576"/>
          </a:xfrm>
          <a:prstGeom prst="rect">
            <a:avLst/>
          </a:prstGeom>
          <a:solidFill>
            <a:srgbClr val="101312"/>
          </a:solidFill>
          <a:ln w="12700">
            <a:solidFill>
              <a:srgbClr val="101312"/>
            </a:solidFill>
            <a:prstDash val="solid"/>
          </a:ln>
        </p:spPr>
      </p:sp>
      <p:sp>
        <p:nvSpPr>
          <p:cNvPr id="35" name="fig-2-number"/>
          <p:cNvSpPr txBox="1"/>
          <p:nvPr/>
        </p:nvSpPr>
        <p:spPr>
          <a:xfrm>
            <a:off x="3291840" y="1463040"/>
            <a:ext cx="2560320" cy="777240"/>
          </a:xfrm>
          <a:prstGeom prst="rect">
            <a:avLst/>
          </a:prstGeom>
          <a:noFill/>
          <a:ln/>
        </p:spPr>
        <p:txBody>
          <a:bodyPr wrap="square" lIns="0" tIns="0" rIns="0" bIns="0" rtlCol="0" anchor="ctr"/>
          <a:lstStyle/>
          <a:p>
            <a:pPr indent="0" marL="0">
              <a:buNone/>
            </a:pPr>
            <a:r>
              <a:rPr lang="en-US" sz="5400" b="1" dirty="0">
                <a:solidFill>
                  <a:srgbClr val="101312"/>
                </a:solidFill>
                <a:latin typeface="Bahnschrift Condensed" pitchFamily="34" charset="0"/>
                <a:ea typeface="Bahnschrift Condensed" pitchFamily="34" charset="-122"/>
                <a:cs typeface="Bahnschrift Condensed" pitchFamily="34" charset="-120"/>
              </a:rPr>
              <a:t>50 / 50</a:t>
            </a:r>
            <a:endParaRPr lang="en-US" sz="5400" dirty="0"/>
          </a:p>
        </p:txBody>
      </p:sp>
      <p:sp>
        <p:nvSpPr>
          <p:cNvPr id="36" name="fig-2-head"/>
          <p:cNvSpPr txBox="1"/>
          <p:nvPr/>
        </p:nvSpPr>
        <p:spPr>
          <a:xfrm>
            <a:off x="3291840" y="2267712"/>
            <a:ext cx="2560320" cy="274320"/>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Ahead of all three bots</a:t>
            </a:r>
            <a:endParaRPr lang="en-US" sz="1400" dirty="0"/>
          </a:p>
        </p:txBody>
      </p:sp>
      <p:sp>
        <p:nvSpPr>
          <p:cNvPr id="37" name="fig-2-body"/>
          <p:cNvSpPr txBox="1"/>
          <p:nvPr/>
        </p:nvSpPr>
        <p:spPr>
          <a:xfrm>
            <a:off x="3291840" y="2560320"/>
            <a:ext cx="2560320" cy="457200"/>
          </a:xfrm>
          <a:prstGeom prst="rect">
            <a:avLst/>
          </a:prstGeom>
          <a:noFill/>
          <a:ln/>
        </p:spPr>
        <p:txBody>
          <a:bodyPr wrap="square" lIns="0" tIns="0" rIns="0" bIns="0" rtlCol="0" anchor="t"/>
          <a:lstStyle/>
          <a:p>
            <a:pPr indent="0" marL="0">
              <a:buNone/>
            </a:pPr>
            <a:r>
              <a:rPr lang="en-US" sz="1200" dirty="0">
                <a:solidFill>
                  <a:srgbClr val="3E4341"/>
                </a:solidFill>
                <a:latin typeface="Bahnschrift" pitchFamily="34" charset="0"/>
                <a:ea typeface="Bahnschrift" pitchFamily="34" charset="-122"/>
                <a:cs typeface="Bahnschrift" pitchFamily="34" charset="-120"/>
              </a:rPr>
              <a:t>In every held-out run. Policy frozen after 15 development seeds.</a:t>
            </a:r>
            <a:endParaRPr lang="en-US" sz="1200" dirty="0"/>
          </a:p>
        </p:txBody>
      </p:sp>
      <p:sp>
        <p:nvSpPr>
          <p:cNvPr id="38" name="fig-3-rule"/>
          <p:cNvSpPr/>
          <p:nvPr/>
        </p:nvSpPr>
        <p:spPr>
          <a:xfrm>
            <a:off x="6126480" y="1389888"/>
            <a:ext cx="2560320" cy="36576"/>
          </a:xfrm>
          <a:prstGeom prst="rect">
            <a:avLst/>
          </a:prstGeom>
          <a:solidFill>
            <a:srgbClr val="101312"/>
          </a:solidFill>
          <a:ln w="12700">
            <a:solidFill>
              <a:srgbClr val="101312"/>
            </a:solidFill>
            <a:prstDash val="solid"/>
          </a:ln>
        </p:spPr>
      </p:sp>
      <p:sp>
        <p:nvSpPr>
          <p:cNvPr id="39" name="fig-3-number"/>
          <p:cNvSpPr txBox="1"/>
          <p:nvPr/>
        </p:nvSpPr>
        <p:spPr>
          <a:xfrm>
            <a:off x="6126480" y="1463040"/>
            <a:ext cx="2560320" cy="777240"/>
          </a:xfrm>
          <a:prstGeom prst="rect">
            <a:avLst/>
          </a:prstGeom>
          <a:noFill/>
          <a:ln/>
        </p:spPr>
        <p:txBody>
          <a:bodyPr wrap="square" lIns="0" tIns="0" rIns="0" bIns="0" rtlCol="0" anchor="ctr"/>
          <a:lstStyle/>
          <a:p>
            <a:pPr indent="0" marL="0">
              <a:buNone/>
            </a:pPr>
            <a:r>
              <a:rPr lang="en-US" sz="5400" b="1" dirty="0">
                <a:solidFill>
                  <a:srgbClr val="101312"/>
                </a:solidFill>
                <a:latin typeface="Bahnschrift Condensed" pitchFamily="34" charset="0"/>
                <a:ea typeface="Bahnschrift Condensed" pitchFamily="34" charset="-122"/>
                <a:cs typeface="Bahnschrift Condensed" pitchFamily="34" charset="-120"/>
              </a:rPr>
              <a:t>1st of 4</a:t>
            </a:r>
            <a:endParaRPr lang="en-US" sz="5400" dirty="0"/>
          </a:p>
        </p:txBody>
      </p:sp>
      <p:sp>
        <p:nvSpPr>
          <p:cNvPr id="40" name="fig-3-head"/>
          <p:cNvSpPr txBox="1"/>
          <p:nvPr/>
        </p:nvSpPr>
        <p:spPr>
          <a:xfrm>
            <a:off x="6126480" y="2267712"/>
            <a:ext cx="2560320" cy="274320"/>
          </a:xfrm>
          <a:prstGeom prst="rect">
            <a:avLst/>
          </a:prstGeom>
          <a:noFill/>
          <a:ln/>
        </p:spPr>
        <p:txBody>
          <a:bodyPr wrap="square" lIns="0" tIns="0" rIns="0" bIns="0" rtlCol="0" anchor="ctr"/>
          <a:lstStyle/>
          <a:p>
            <a:pPr indent="0" marL="0">
              <a:buNone/>
            </a:pPr>
            <a:r>
              <a:rPr lang="en-US" sz="1400" b="1" dirty="0">
                <a:solidFill>
                  <a:srgbClr val="101312"/>
                </a:solidFill>
                <a:latin typeface="Bahnschrift" pitchFamily="34" charset="0"/>
                <a:ea typeface="Bahnschrift" pitchFamily="34" charset="-122"/>
                <a:cs typeface="Bahnschrift" pitchFamily="34" charset="-120"/>
              </a:rPr>
              <a:t>Live graded match over HTTP</a:t>
            </a:r>
            <a:endParaRPr lang="en-US" sz="1400" dirty="0"/>
          </a:p>
        </p:txBody>
      </p:sp>
      <p:sp>
        <p:nvSpPr>
          <p:cNvPr id="41" name="fig-3-body"/>
          <p:cNvSpPr txBox="1"/>
          <p:nvPr/>
        </p:nvSpPr>
        <p:spPr>
          <a:xfrm>
            <a:off x="6126480" y="2560320"/>
            <a:ext cx="2560320" cy="457200"/>
          </a:xfrm>
          <a:prstGeom prst="rect">
            <a:avLst/>
          </a:prstGeom>
          <a:noFill/>
          <a:ln/>
        </p:spPr>
        <p:txBody>
          <a:bodyPr wrap="square" lIns="0" tIns="0" rIns="0" bIns="0" rtlCol="0" anchor="t"/>
          <a:lstStyle/>
          <a:p>
            <a:pPr indent="0" marL="0">
              <a:buNone/>
            </a:pPr>
            <a:r>
              <a:rPr lang="en-US" sz="1200" dirty="0">
                <a:solidFill>
                  <a:srgbClr val="3E4341"/>
                </a:solidFill>
                <a:latin typeface="Bahnschrift" pitchFamily="34" charset="0"/>
                <a:ea typeface="Bahnschrift" pitchFamily="34" charset="-122"/>
                <a:cs typeface="Bahnschrift" pitchFamily="34" charset="-120"/>
              </a:rPr>
              <a:t>18.24 against 13.51 for the best bot. 87 injected faults, no round missed.</a:t>
            </a:r>
            <a:endParaRPr lang="en-US" sz="1200" dirty="0"/>
          </a:p>
        </p:txBody>
      </p:sp>
      <p:sp>
        <p:nvSpPr>
          <p:cNvPr id="42" name="plate"/>
          <p:cNvSpPr/>
          <p:nvPr/>
        </p:nvSpPr>
        <p:spPr>
          <a:xfrm>
            <a:off x="457200" y="3200400"/>
            <a:ext cx="8229600" cy="1371600"/>
          </a:xfrm>
          <a:prstGeom prst="rect">
            <a:avLst/>
          </a:prstGeom>
          <a:solidFill>
            <a:srgbClr val="101312"/>
          </a:solidFill>
          <a:ln w="12700">
            <a:solidFill>
              <a:srgbClr val="101312"/>
            </a:solidFill>
            <a:prstDash val="solid"/>
          </a:ln>
        </p:spPr>
      </p:sp>
      <p:sp>
        <p:nvSpPr>
          <p:cNvPr id="43" name="plate-title"/>
          <p:cNvSpPr txBox="1"/>
          <p:nvPr/>
        </p:nvSpPr>
        <p:spPr>
          <a:xfrm>
            <a:off x="658368" y="3291840"/>
            <a:ext cx="7772400" cy="292608"/>
          </a:xfrm>
          <a:prstGeom prst="rect">
            <a:avLst/>
          </a:prstGeom>
          <a:noFill/>
          <a:ln/>
        </p:spPr>
        <p:txBody>
          <a:bodyPr wrap="square" lIns="0" tIns="0" rIns="0" bIns="0" rtlCol="0" anchor="ctr"/>
          <a:lstStyle/>
          <a:p>
            <a:pPr indent="0" marL="0">
              <a:buNone/>
            </a:pPr>
            <a:r>
              <a:rPr lang="en-US" sz="1500" b="1" dirty="0">
                <a:solidFill>
                  <a:srgbClr val="F5F6F3"/>
                </a:solidFill>
                <a:latin typeface="Bahnschrift" pitchFamily="34" charset="0"/>
                <a:ea typeface="Bahnschrift" pitchFamily="34" charset="-122"/>
                <a:cs typeface="Bahnschrift" pitchFamily="34" charset="-120"/>
              </a:rPr>
              <a:t>What did not work</a:t>
            </a:r>
            <a:endParaRPr lang="en-US" sz="1500" dirty="0"/>
          </a:p>
        </p:txBody>
      </p:sp>
      <p:sp>
        <p:nvSpPr>
          <p:cNvPr id="44" name="fail-1-head"/>
          <p:cNvSpPr txBox="1"/>
          <p:nvPr/>
        </p:nvSpPr>
        <p:spPr>
          <a:xfrm>
            <a:off x="658368" y="3639312"/>
            <a:ext cx="2468880" cy="256032"/>
          </a:xfrm>
          <a:prstGeom prst="rect">
            <a:avLst/>
          </a:prstGeom>
          <a:noFill/>
          <a:ln/>
        </p:spPr>
        <p:txBody>
          <a:bodyPr wrap="square" lIns="0" tIns="0" rIns="0" bIns="0" rtlCol="0" anchor="ctr"/>
          <a:lstStyle/>
          <a:p>
            <a:pPr indent="0" marL="0">
              <a:buNone/>
            </a:pPr>
            <a:r>
              <a:rPr lang="en-US" sz="1300" b="1" dirty="0">
                <a:solidFill>
                  <a:srgbClr val="FFC02E"/>
                </a:solidFill>
                <a:latin typeface="Bahnschrift" pitchFamily="34" charset="0"/>
                <a:ea typeface="Bahnschrift" pitchFamily="34" charset="-122"/>
                <a:cs typeface="Bahnschrift" pitchFamily="34" charset="-120"/>
              </a:rPr>
              <a:t>Saving more battery</a:t>
            </a:r>
            <a:endParaRPr lang="en-US" sz="1300" dirty="0"/>
          </a:p>
        </p:txBody>
      </p:sp>
      <p:sp>
        <p:nvSpPr>
          <p:cNvPr id="45" name="fail-1-body"/>
          <p:cNvSpPr txBox="1"/>
          <p:nvPr/>
        </p:nvSpPr>
        <p:spPr>
          <a:xfrm>
            <a:off x="658368" y="3904488"/>
            <a:ext cx="2423160" cy="566928"/>
          </a:xfrm>
          <a:prstGeom prst="rect">
            <a:avLst/>
          </a:prstGeom>
          <a:noFill/>
          <a:ln/>
        </p:spPr>
        <p:txBody>
          <a:bodyPr wrap="square" lIns="0" tIns="0" rIns="0" bIns="0" rtlCol="0" anchor="t"/>
          <a:lstStyle/>
          <a:p>
            <a:pPr indent="0" marL="0">
              <a:buNone/>
            </a:pPr>
            <a:r>
              <a:rPr lang="en-US" sz="1200" dirty="0">
                <a:solidFill>
                  <a:srgbClr val="F5F6F3"/>
                </a:solidFill>
                <a:latin typeface="Bahnschrift" pitchFamily="34" charset="0"/>
                <a:ea typeface="Bahnschrift" pitchFamily="34" charset="-122"/>
                <a:cs typeface="Bahnschrift" pitchFamily="34" charset="-120"/>
              </a:rPr>
              <a:t>Charging 1.5× and 2× more for energy scored lower. Rejected.</a:t>
            </a:r>
            <a:endParaRPr lang="en-US" sz="1200" dirty="0"/>
          </a:p>
        </p:txBody>
      </p:sp>
      <p:sp>
        <p:nvSpPr>
          <p:cNvPr id="46" name="fail-2-head"/>
          <p:cNvSpPr txBox="1"/>
          <p:nvPr/>
        </p:nvSpPr>
        <p:spPr>
          <a:xfrm>
            <a:off x="3328416" y="3639312"/>
            <a:ext cx="2468880" cy="256032"/>
          </a:xfrm>
          <a:prstGeom prst="rect">
            <a:avLst/>
          </a:prstGeom>
          <a:noFill/>
          <a:ln/>
        </p:spPr>
        <p:txBody>
          <a:bodyPr wrap="square" lIns="0" tIns="0" rIns="0" bIns="0" rtlCol="0" anchor="ctr"/>
          <a:lstStyle/>
          <a:p>
            <a:pPr indent="0" marL="0">
              <a:buNone/>
            </a:pPr>
            <a:r>
              <a:rPr lang="en-US" sz="1300" b="1" dirty="0">
                <a:solidFill>
                  <a:srgbClr val="FF5C3E"/>
                </a:solidFill>
                <a:latin typeface="Bahnschrift" pitchFamily="34" charset="0"/>
                <a:ea typeface="Bahnschrift" pitchFamily="34" charset="-122"/>
                <a:cs typeface="Bahnschrift" pitchFamily="34" charset="-120"/>
              </a:rPr>
              <a:t>First live run: 2nd</a:t>
            </a:r>
            <a:endParaRPr lang="en-US" sz="1300" dirty="0"/>
          </a:p>
        </p:txBody>
      </p:sp>
      <p:sp>
        <p:nvSpPr>
          <p:cNvPr id="47" name="fail-2-body"/>
          <p:cNvSpPr txBox="1"/>
          <p:nvPr/>
        </p:nvSpPr>
        <p:spPr>
          <a:xfrm>
            <a:off x="3328416" y="3904488"/>
            <a:ext cx="2423160" cy="566928"/>
          </a:xfrm>
          <a:prstGeom prst="rect">
            <a:avLst/>
          </a:prstGeom>
          <a:noFill/>
          <a:ln/>
        </p:spPr>
        <p:txBody>
          <a:bodyPr wrap="square" lIns="0" tIns="0" rIns="0" bIns="0" rtlCol="0" anchor="t"/>
          <a:lstStyle/>
          <a:p>
            <a:pPr indent="0" marL="0">
              <a:buNone/>
            </a:pPr>
            <a:r>
              <a:rPr lang="en-US" sz="1200" dirty="0">
                <a:solidFill>
                  <a:srgbClr val="F5F6F3"/>
                </a:solidFill>
                <a:latin typeface="Bahnschrift" pitchFamily="34" charset="0"/>
                <a:ea typeface="Bahnschrift" pitchFamily="34" charset="-122"/>
                <a:cs typeface="Bahnschrift" pitchFamily="34" charset="-120"/>
              </a:rPr>
              <a:t>History arrived incomplete. We fixed the transport and kept the result.</a:t>
            </a:r>
            <a:endParaRPr lang="en-US" sz="1200" dirty="0"/>
          </a:p>
        </p:txBody>
      </p:sp>
      <p:sp>
        <p:nvSpPr>
          <p:cNvPr id="48" name="fail-3-head"/>
          <p:cNvSpPr txBox="1"/>
          <p:nvPr/>
        </p:nvSpPr>
        <p:spPr>
          <a:xfrm>
            <a:off x="5998464" y="3639312"/>
            <a:ext cx="2468880" cy="256032"/>
          </a:xfrm>
          <a:prstGeom prst="rect">
            <a:avLst/>
          </a:prstGeom>
          <a:noFill/>
          <a:ln/>
        </p:spPr>
        <p:txBody>
          <a:bodyPr wrap="square" lIns="0" tIns="0" rIns="0" bIns="0" rtlCol="0" anchor="ctr"/>
          <a:lstStyle/>
          <a:p>
            <a:pPr indent="0" marL="0">
              <a:buNone/>
            </a:pPr>
            <a:r>
              <a:rPr lang="en-US" sz="1300" b="1" dirty="0">
                <a:solidFill>
                  <a:srgbClr val="FF8AD8"/>
                </a:solidFill>
                <a:latin typeface="Bahnschrift" pitchFamily="34" charset="0"/>
                <a:ea typeface="Bahnschrift" pitchFamily="34" charset="-122"/>
                <a:cs typeface="Bahnschrift" pitchFamily="34" charset="-120"/>
              </a:rPr>
              <a:t>Neighbours lose</a:t>
            </a:r>
            <a:endParaRPr lang="en-US" sz="1300" dirty="0"/>
          </a:p>
        </p:txBody>
      </p:sp>
      <p:sp>
        <p:nvSpPr>
          <p:cNvPr id="49" name="fail-3-body"/>
          <p:cNvSpPr txBox="1"/>
          <p:nvPr/>
        </p:nvSpPr>
        <p:spPr>
          <a:xfrm>
            <a:off x="5998464" y="3904488"/>
            <a:ext cx="2423160" cy="566928"/>
          </a:xfrm>
          <a:prstGeom prst="rect">
            <a:avLst/>
          </a:prstGeom>
          <a:noFill/>
          <a:ln/>
        </p:spPr>
        <p:txBody>
          <a:bodyPr wrap="square" lIns="0" tIns="0" rIns="0" bIns="0" rtlCol="0" anchor="t"/>
          <a:lstStyle/>
          <a:p>
            <a:pPr indent="0" marL="0">
              <a:buNone/>
            </a:pPr>
            <a:r>
              <a:rPr lang="en-US" sz="1200" dirty="0">
                <a:solidFill>
                  <a:srgbClr val="F5F6F3"/>
                </a:solidFill>
                <a:latin typeface="Bahnschrift" pitchFamily="34" charset="0"/>
                <a:ea typeface="Bahnschrift" pitchFamily="34" charset="-122"/>
                <a:cs typeface="Bahnschrift" pitchFamily="34" charset="-120"/>
              </a:rPr>
              <a:t>Their combined score fell from 44.24 to 38.41.</a:t>
            </a:r>
            <a:endParaRPr lang="en-US" sz="1200" dirty="0"/>
          </a:p>
        </p:txBody>
      </p:sp>
      <p:sp>
        <p:nvSpPr>
          <p:cNvPr id="50" name="footer"/>
          <p:cNvSpPr txBox="1"/>
          <p:nvPr/>
        </p:nvSpPr>
        <p:spPr>
          <a:xfrm>
            <a:off x="457200" y="4754880"/>
            <a:ext cx="7315200" cy="228600"/>
          </a:xfrm>
          <a:prstGeom prst="rect">
            <a:avLst/>
          </a:prstGeom>
          <a:noFill/>
          <a:ln/>
        </p:spPr>
        <p:txBody>
          <a:bodyPr wrap="square" lIns="0" tIns="0" rIns="0" bIns="0" rtlCol="0" anchor="ctr"/>
          <a:lstStyle/>
          <a:p>
            <a:pPr indent="0" marL="0">
              <a:buNone/>
            </a:pPr>
            <a:r>
              <a:rPr lang="en-US" sz="1000" dirty="0">
                <a:solidFill>
                  <a:srgbClr val="3E4341"/>
                </a:solidFill>
                <a:latin typeface="Bahnschrift" pitchFamily="34" charset="0"/>
                <a:ea typeface="Bahnschrift" pitchFamily="34" charset="-122"/>
                <a:cs typeface="Bahnschrift" pitchFamily="34" charset="-120"/>
              </a:rPr>
              <a:t>Los Bocatones · Challenge 4 CoGNETs · VelesHack 2026 · Local runs, not an official score</a:t>
            </a:r>
            <a:endParaRPr lang="en-US" sz="1000" dirty="0"/>
          </a:p>
        </p:txBody>
      </p:sp>
      <p:sp>
        <p:nvSpPr>
          <p:cNvPr id="51" name="page"/>
          <p:cNvSpPr txBox="1"/>
          <p:nvPr/>
        </p:nvSpPr>
        <p:spPr>
          <a:xfrm>
            <a:off x="8229600" y="4754880"/>
            <a:ext cx="457200" cy="228600"/>
          </a:xfrm>
          <a:prstGeom prst="rect">
            <a:avLst/>
          </a:prstGeom>
          <a:noFill/>
          <a:ln/>
        </p:spPr>
        <p:txBody>
          <a:bodyPr wrap="square" lIns="0" tIns="0" rIns="0" bIns="0" rtlCol="0" anchor="ctr"/>
          <a:lstStyle/>
          <a:p>
            <a:pPr algn="r" indent="0" marL="0">
              <a:buNone/>
            </a:pPr>
            <a:r>
              <a:rPr lang="en-US" sz="1000" b="1" dirty="0">
                <a:solidFill>
                  <a:srgbClr val="101312"/>
                </a:solidFill>
                <a:latin typeface="Bahnschrift" pitchFamily="34" charset="0"/>
                <a:ea typeface="Bahnschrift" pitchFamily="34" charset="-122"/>
                <a:cs typeface="Bahnschrift" pitchFamily="34" charset="-120"/>
              </a:rPr>
              <a:t>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Bahnschrift Condense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Bahnschrif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Swarm Lab - Los Bocatones</dc:title>
  <dc:subject>PptxGenJS Presentation</dc:subject>
  <dc:creator>Los Bocatones</dc:creator>
  <cp:lastModifiedBy>Los Bocatones</cp:lastModifiedBy>
  <cp:revision>1</cp:revision>
  <dcterms:created xsi:type="dcterms:W3CDTF">2026-10-07T08:44:22Z</dcterms:created>
  <dcterms:modified xsi:type="dcterms:W3CDTF">2026-10-07T08:44:23Z</dcterms:modified>
</cp:coreProperties>
</file>